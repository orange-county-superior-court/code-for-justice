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4"/>
  </p:sldMasterIdLst>
  <p:notesMasterIdLst>
    <p:notesMasterId r:id="rId23"/>
  </p:notesMasterIdLst>
  <p:sldIdLst>
    <p:sldId id="256" r:id="rId5"/>
    <p:sldId id="273" r:id="rId6"/>
    <p:sldId id="259" r:id="rId7"/>
    <p:sldId id="261" r:id="rId8"/>
    <p:sldId id="267" r:id="rId9"/>
    <p:sldId id="266" r:id="rId10"/>
    <p:sldId id="268" r:id="rId11"/>
    <p:sldId id="262" r:id="rId12"/>
    <p:sldId id="269" r:id="rId13"/>
    <p:sldId id="265" r:id="rId14"/>
    <p:sldId id="270" r:id="rId15"/>
    <p:sldId id="263" r:id="rId16"/>
    <p:sldId id="271" r:id="rId17"/>
    <p:sldId id="264" r:id="rId18"/>
    <p:sldId id="272" r:id="rId19"/>
    <p:sldId id="260" r:id="rId20"/>
    <p:sldId id="257" r:id="rId21"/>
    <p:sldId id="25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B3232E-E01F-4D28-A179-91B7C6C12F20}">
          <p14:sldIdLst>
            <p14:sldId id="256"/>
          </p14:sldIdLst>
        </p14:section>
        <p14:section name="AI Services" id="{41E1BEDA-C901-410E-81AC-585870E64366}">
          <p14:sldIdLst>
            <p14:sldId id="273"/>
            <p14:sldId id="259"/>
            <p14:sldId id="261"/>
            <p14:sldId id="267"/>
            <p14:sldId id="266"/>
            <p14:sldId id="268"/>
            <p14:sldId id="262"/>
            <p14:sldId id="269"/>
            <p14:sldId id="265"/>
            <p14:sldId id="270"/>
            <p14:sldId id="263"/>
            <p14:sldId id="271"/>
            <p14:sldId id="264"/>
            <p14:sldId id="272"/>
            <p14:sldId id="260"/>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62FC5-3A4A-4846-9FED-D617531417CA}" v="147" dt="2025-11-03T01:43:01.7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Hernandez" userId="S::bhernandez@occourts.org::57c097d1-1bb3-48c6-a822-c55a2e340980" providerId="AD" clId="Web-{6A71ED56-09D3-70D6-B5D1-92F45A091B5D}"/>
    <pc:docChg chg="addSld modSld sldOrd">
      <pc:chgData name="Bryan Hernandez" userId="S::bhernandez@occourts.org::57c097d1-1bb3-48c6-a822-c55a2e340980" providerId="AD" clId="Web-{6A71ED56-09D3-70D6-B5D1-92F45A091B5D}" dt="2025-10-29T21:24:02.074" v="271" actId="20577"/>
      <pc:docMkLst>
        <pc:docMk/>
      </pc:docMkLst>
      <pc:sldChg chg="addSp modSp">
        <pc:chgData name="Bryan Hernandez" userId="S::bhernandez@occourts.org::57c097d1-1bb3-48c6-a822-c55a2e340980" providerId="AD" clId="Web-{6A71ED56-09D3-70D6-B5D1-92F45A091B5D}" dt="2025-10-29T21:19:50.084" v="234" actId="20577"/>
        <pc:sldMkLst>
          <pc:docMk/>
          <pc:sldMk cId="109857222" sldId="256"/>
        </pc:sldMkLst>
        <pc:spChg chg="mod">
          <ac:chgData name="Bryan Hernandez" userId="S::bhernandez@occourts.org::57c097d1-1bb3-48c6-a822-c55a2e340980" providerId="AD" clId="Web-{6A71ED56-09D3-70D6-B5D1-92F45A091B5D}" dt="2025-10-29T21:19:50.084" v="234" actId="20577"/>
          <ac:spMkLst>
            <pc:docMk/>
            <pc:sldMk cId="109857222" sldId="256"/>
            <ac:spMk id="2" creationId="{00000000-0000-0000-0000-000000000000}"/>
          </ac:spMkLst>
        </pc:spChg>
        <pc:spChg chg="mod">
          <ac:chgData name="Bryan Hernandez" userId="S::bhernandez@occourts.org::57c097d1-1bb3-48c6-a822-c55a2e340980" providerId="AD" clId="Web-{6A71ED56-09D3-70D6-B5D1-92F45A091B5D}" dt="2025-10-29T21:19:42.943" v="224" actId="20577"/>
          <ac:spMkLst>
            <pc:docMk/>
            <pc:sldMk cId="109857222" sldId="256"/>
            <ac:spMk id="3" creationId="{00000000-0000-0000-0000-000000000000}"/>
          </ac:spMkLst>
        </pc:spChg>
        <pc:spChg chg="add mod">
          <ac:chgData name="Bryan Hernandez" userId="S::bhernandez@occourts.org::57c097d1-1bb3-48c6-a822-c55a2e340980" providerId="AD" clId="Web-{6A71ED56-09D3-70D6-B5D1-92F45A091B5D}" dt="2025-10-29T21:16:18.395" v="184"/>
          <ac:spMkLst>
            <pc:docMk/>
            <pc:sldMk cId="109857222" sldId="256"/>
            <ac:spMk id="4" creationId="{34E620BC-2204-378E-CDDA-D5D94218FD7E}"/>
          </ac:spMkLst>
        </pc:spChg>
      </pc:sldChg>
      <pc:sldChg chg="mod ord modShow">
        <pc:chgData name="Bryan Hernandez" userId="S::bhernandez@occourts.org::57c097d1-1bb3-48c6-a822-c55a2e340980" providerId="AD" clId="Web-{6A71ED56-09D3-70D6-B5D1-92F45A091B5D}" dt="2025-10-29T21:19:14.255" v="201"/>
        <pc:sldMkLst>
          <pc:docMk/>
          <pc:sldMk cId="4250656561" sldId="257"/>
        </pc:sldMkLst>
      </pc:sldChg>
      <pc:sldChg chg="mod ord modShow">
        <pc:chgData name="Bryan Hernandez" userId="S::bhernandez@occourts.org::57c097d1-1bb3-48c6-a822-c55a2e340980" providerId="AD" clId="Web-{6A71ED56-09D3-70D6-B5D1-92F45A091B5D}" dt="2025-10-29T21:19:14.255" v="200"/>
        <pc:sldMkLst>
          <pc:docMk/>
          <pc:sldMk cId="2429451201" sldId="258"/>
        </pc:sldMkLst>
      </pc:sldChg>
      <pc:sldChg chg="addSp delSp modSp">
        <pc:chgData name="Bryan Hernandez" userId="S::bhernandez@occourts.org::57c097d1-1bb3-48c6-a822-c55a2e340980" providerId="AD" clId="Web-{6A71ED56-09D3-70D6-B5D1-92F45A091B5D}" dt="2025-10-29T21:18:56.833" v="199"/>
        <pc:sldMkLst>
          <pc:docMk/>
          <pc:sldMk cId="23788681" sldId="259"/>
        </pc:sldMkLst>
        <pc:spChg chg="add mod">
          <ac:chgData name="Bryan Hernandez" userId="S::bhernandez@occourts.org::57c097d1-1bb3-48c6-a822-c55a2e340980" providerId="AD" clId="Web-{6A71ED56-09D3-70D6-B5D1-92F45A091B5D}" dt="2025-10-29T21:17:14.489" v="186"/>
          <ac:spMkLst>
            <pc:docMk/>
            <pc:sldMk cId="23788681" sldId="259"/>
            <ac:spMk id="5" creationId="{7FCEF0B3-2F96-1818-86BB-A8DCE557D65C}"/>
          </ac:spMkLst>
        </pc:spChg>
      </pc:sldChg>
      <pc:sldChg chg="addSp modSp">
        <pc:chgData name="Bryan Hernandez" userId="S::bhernandez@occourts.org::57c097d1-1bb3-48c6-a822-c55a2e340980" providerId="AD" clId="Web-{6A71ED56-09D3-70D6-B5D1-92F45A091B5D}" dt="2025-10-29T21:17:51.458" v="198"/>
        <pc:sldMkLst>
          <pc:docMk/>
          <pc:sldMk cId="2379300410" sldId="260"/>
        </pc:sldMkLst>
        <pc:spChg chg="add mod">
          <ac:chgData name="Bryan Hernandez" userId="S::bhernandez@occourts.org::57c097d1-1bb3-48c6-a822-c55a2e340980" providerId="AD" clId="Web-{6A71ED56-09D3-70D6-B5D1-92F45A091B5D}" dt="2025-10-29T21:17:51.458" v="198"/>
          <ac:spMkLst>
            <pc:docMk/>
            <pc:sldMk cId="2379300410" sldId="260"/>
            <ac:spMk id="4" creationId="{FC69E07F-6484-9854-66F2-993BD22135D6}"/>
          </ac:spMkLst>
        </pc:spChg>
      </pc:sldChg>
      <pc:sldChg chg="addSp modSp mod setBg">
        <pc:chgData name="Bryan Hernandez" userId="S::bhernandez@occourts.org::57c097d1-1bb3-48c6-a822-c55a2e340980" providerId="AD" clId="Web-{6A71ED56-09D3-70D6-B5D1-92F45A091B5D}" dt="2025-10-29T21:17:18.067" v="187"/>
        <pc:sldMkLst>
          <pc:docMk/>
          <pc:sldMk cId="2254938685" sldId="261"/>
        </pc:sldMkLst>
        <pc:spChg chg="mod">
          <ac:chgData name="Bryan Hernandez" userId="S::bhernandez@occourts.org::57c097d1-1bb3-48c6-a822-c55a2e340980" providerId="AD" clId="Web-{6A71ED56-09D3-70D6-B5D1-92F45A091B5D}" dt="2025-10-29T21:13:45.301" v="162"/>
          <ac:spMkLst>
            <pc:docMk/>
            <pc:sldMk cId="2254938685" sldId="261"/>
            <ac:spMk id="2" creationId="{FDC60EB0-40C5-7AF2-5363-C879370657CB}"/>
          </ac:spMkLst>
        </pc:spChg>
        <pc:spChg chg="mod ord">
          <ac:chgData name="Bryan Hernandez" userId="S::bhernandez@occourts.org::57c097d1-1bb3-48c6-a822-c55a2e340980" providerId="AD" clId="Web-{6A71ED56-09D3-70D6-B5D1-92F45A091B5D}" dt="2025-10-29T21:13:45.301" v="162"/>
          <ac:spMkLst>
            <pc:docMk/>
            <pc:sldMk cId="2254938685" sldId="261"/>
            <ac:spMk id="3" creationId="{C0094CDA-71C5-62D4-426F-9FC724658DEB}"/>
          </ac:spMkLst>
        </pc:spChg>
        <pc:spChg chg="add mod">
          <ac:chgData name="Bryan Hernandez" userId="S::bhernandez@occourts.org::57c097d1-1bb3-48c6-a822-c55a2e340980" providerId="AD" clId="Web-{6A71ED56-09D3-70D6-B5D1-92F45A091B5D}" dt="2025-10-29T21:17:18.067" v="187"/>
          <ac:spMkLst>
            <pc:docMk/>
            <pc:sldMk cId="2254938685" sldId="261"/>
            <ac:spMk id="5" creationId="{17197F70-306B-FB7C-26C9-74059C2C13AC}"/>
          </ac:spMkLst>
        </pc:spChg>
        <pc:picChg chg="add mod">
          <ac:chgData name="Bryan Hernandez" userId="S::bhernandez@occourts.org::57c097d1-1bb3-48c6-a822-c55a2e340980" providerId="AD" clId="Web-{6A71ED56-09D3-70D6-B5D1-92F45A091B5D}" dt="2025-10-29T21:15:39.942" v="181" actId="1076"/>
          <ac:picMkLst>
            <pc:docMk/>
            <pc:sldMk cId="2254938685" sldId="261"/>
            <ac:picMk id="4" creationId="{9324B92B-CAF5-51B7-F281-3E33AFB93C7F}"/>
          </ac:picMkLst>
        </pc:picChg>
      </pc:sldChg>
      <pc:sldChg chg="addSp modSp">
        <pc:chgData name="Bryan Hernandez" userId="S::bhernandez@occourts.org::57c097d1-1bb3-48c6-a822-c55a2e340980" providerId="AD" clId="Web-{6A71ED56-09D3-70D6-B5D1-92F45A091B5D}" dt="2025-10-29T21:24:02.074" v="271" actId="20577"/>
        <pc:sldMkLst>
          <pc:docMk/>
          <pc:sldMk cId="29551482" sldId="262"/>
        </pc:sldMkLst>
        <pc:spChg chg="mod">
          <ac:chgData name="Bryan Hernandez" userId="S::bhernandez@occourts.org::57c097d1-1bb3-48c6-a822-c55a2e340980" providerId="AD" clId="Web-{6A71ED56-09D3-70D6-B5D1-92F45A091B5D}" dt="2025-10-29T21:24:02.074" v="271" actId="20577"/>
          <ac:spMkLst>
            <pc:docMk/>
            <pc:sldMk cId="29551482" sldId="262"/>
            <ac:spMk id="3" creationId="{36AB1ED9-576B-2ABF-20D8-8D42D3C00C34}"/>
          </ac:spMkLst>
        </pc:spChg>
        <pc:spChg chg="add mod">
          <ac:chgData name="Bryan Hernandez" userId="S::bhernandez@occourts.org::57c097d1-1bb3-48c6-a822-c55a2e340980" providerId="AD" clId="Web-{6A71ED56-09D3-70D6-B5D1-92F45A091B5D}" dt="2025-10-29T21:17:31.864" v="191"/>
          <ac:spMkLst>
            <pc:docMk/>
            <pc:sldMk cId="29551482" sldId="262"/>
            <ac:spMk id="5" creationId="{E3396F01-A93E-EEAC-78E9-12C579A377CA}"/>
          </ac:spMkLst>
        </pc:spChg>
        <pc:picChg chg="add mod">
          <ac:chgData name="Bryan Hernandez" userId="S::bhernandez@occourts.org::57c097d1-1bb3-48c6-a822-c55a2e340980" providerId="AD" clId="Web-{6A71ED56-09D3-70D6-B5D1-92F45A091B5D}" dt="2025-10-29T21:15:12.567" v="177" actId="1076"/>
          <ac:picMkLst>
            <pc:docMk/>
            <pc:sldMk cId="29551482" sldId="262"/>
            <ac:picMk id="4" creationId="{3C3354AE-C472-62F4-EACF-666DC720D3D7}"/>
          </ac:picMkLst>
        </pc:picChg>
      </pc:sldChg>
      <pc:sldChg chg="addSp modSp">
        <pc:chgData name="Bryan Hernandez" userId="S::bhernandez@occourts.org::57c097d1-1bb3-48c6-a822-c55a2e340980" providerId="AD" clId="Web-{6A71ED56-09D3-70D6-B5D1-92F45A091B5D}" dt="2025-10-29T21:17:40.567" v="194"/>
        <pc:sldMkLst>
          <pc:docMk/>
          <pc:sldMk cId="4108749244" sldId="263"/>
        </pc:sldMkLst>
        <pc:spChg chg="add mod">
          <ac:chgData name="Bryan Hernandez" userId="S::bhernandez@occourts.org::57c097d1-1bb3-48c6-a822-c55a2e340980" providerId="AD" clId="Web-{6A71ED56-09D3-70D6-B5D1-92F45A091B5D}" dt="2025-10-29T21:17:40.567" v="194"/>
          <ac:spMkLst>
            <pc:docMk/>
            <pc:sldMk cId="4108749244" sldId="263"/>
            <ac:spMk id="4" creationId="{E5BA83A4-A8E9-6D14-E6CC-C23A16B9E977}"/>
          </ac:spMkLst>
        </pc:spChg>
      </pc:sldChg>
      <pc:sldChg chg="addSp modSp">
        <pc:chgData name="Bryan Hernandez" userId="S::bhernandez@occourts.org::57c097d1-1bb3-48c6-a822-c55a2e340980" providerId="AD" clId="Web-{6A71ED56-09D3-70D6-B5D1-92F45A091B5D}" dt="2025-10-29T21:17:46.614" v="196"/>
        <pc:sldMkLst>
          <pc:docMk/>
          <pc:sldMk cId="2533022529" sldId="264"/>
        </pc:sldMkLst>
        <pc:spChg chg="add mod">
          <ac:chgData name="Bryan Hernandez" userId="S::bhernandez@occourts.org::57c097d1-1bb3-48c6-a822-c55a2e340980" providerId="AD" clId="Web-{6A71ED56-09D3-70D6-B5D1-92F45A091B5D}" dt="2025-10-29T21:17:46.614" v="196"/>
          <ac:spMkLst>
            <pc:docMk/>
            <pc:sldMk cId="2533022529" sldId="264"/>
            <ac:spMk id="4" creationId="{580E8494-16AE-A9B3-92CA-B34D7DF27D84}"/>
          </ac:spMkLst>
        </pc:spChg>
      </pc:sldChg>
      <pc:sldChg chg="addSp modSp">
        <pc:chgData name="Bryan Hernandez" userId="S::bhernandez@occourts.org::57c097d1-1bb3-48c6-a822-c55a2e340980" providerId="AD" clId="Web-{6A71ED56-09D3-70D6-B5D1-92F45A091B5D}" dt="2025-10-29T21:17:34.958" v="192"/>
        <pc:sldMkLst>
          <pc:docMk/>
          <pc:sldMk cId="2880185965" sldId="265"/>
        </pc:sldMkLst>
        <pc:spChg chg="add mod">
          <ac:chgData name="Bryan Hernandez" userId="S::bhernandez@occourts.org::57c097d1-1bb3-48c6-a822-c55a2e340980" providerId="AD" clId="Web-{6A71ED56-09D3-70D6-B5D1-92F45A091B5D}" dt="2025-10-29T21:17:34.958" v="192"/>
          <ac:spMkLst>
            <pc:docMk/>
            <pc:sldMk cId="2880185965" sldId="265"/>
            <ac:spMk id="4" creationId="{3AD1AA08-4311-9A28-6ADD-A55D249FEA8E}"/>
          </ac:spMkLst>
        </pc:spChg>
      </pc:sldChg>
      <pc:sldChg chg="addSp modSp">
        <pc:chgData name="Bryan Hernandez" userId="S::bhernandez@occourts.org::57c097d1-1bb3-48c6-a822-c55a2e340980" providerId="AD" clId="Web-{6A71ED56-09D3-70D6-B5D1-92F45A091B5D}" dt="2025-10-29T21:23:53.808" v="263" actId="20577"/>
        <pc:sldMkLst>
          <pc:docMk/>
          <pc:sldMk cId="309814925" sldId="266"/>
        </pc:sldMkLst>
        <pc:spChg chg="mod">
          <ac:chgData name="Bryan Hernandez" userId="S::bhernandez@occourts.org::57c097d1-1bb3-48c6-a822-c55a2e340980" providerId="AD" clId="Web-{6A71ED56-09D3-70D6-B5D1-92F45A091B5D}" dt="2025-10-29T21:23:53.808" v="263" actId="20577"/>
          <ac:spMkLst>
            <pc:docMk/>
            <pc:sldMk cId="309814925" sldId="266"/>
            <ac:spMk id="3" creationId="{70923BC3-5773-00BE-267A-6293B3BFEFE4}"/>
          </ac:spMkLst>
        </pc:spChg>
        <pc:spChg chg="add mod">
          <ac:chgData name="Bryan Hernandez" userId="S::bhernandez@occourts.org::57c097d1-1bb3-48c6-a822-c55a2e340980" providerId="AD" clId="Web-{6A71ED56-09D3-70D6-B5D1-92F45A091B5D}" dt="2025-10-29T21:17:25.411" v="189"/>
          <ac:spMkLst>
            <pc:docMk/>
            <pc:sldMk cId="309814925" sldId="266"/>
            <ac:spMk id="5" creationId="{BCE5F97E-4B4F-5082-4102-C6830E6E1213}"/>
          </ac:spMkLst>
        </pc:spChg>
        <pc:picChg chg="add mod">
          <ac:chgData name="Bryan Hernandez" userId="S::bhernandez@occourts.org::57c097d1-1bb3-48c6-a822-c55a2e340980" providerId="AD" clId="Web-{6A71ED56-09D3-70D6-B5D1-92F45A091B5D}" dt="2025-10-29T21:15:23.114" v="179" actId="1076"/>
          <ac:picMkLst>
            <pc:docMk/>
            <pc:sldMk cId="309814925" sldId="266"/>
            <ac:picMk id="4" creationId="{5DE92F21-034D-1F4A-ED00-0036DD35A110}"/>
          </ac:picMkLst>
        </pc:picChg>
      </pc:sldChg>
      <pc:sldChg chg="addSp modSp add replId">
        <pc:chgData name="Bryan Hernandez" userId="S::bhernandez@occourts.org::57c097d1-1bb3-48c6-a822-c55a2e340980" providerId="AD" clId="Web-{6A71ED56-09D3-70D6-B5D1-92F45A091B5D}" dt="2025-10-29T21:17:21.067" v="188"/>
        <pc:sldMkLst>
          <pc:docMk/>
          <pc:sldMk cId="3628579993" sldId="267"/>
        </pc:sldMkLst>
        <pc:spChg chg="mod">
          <ac:chgData name="Bryan Hernandez" userId="S::bhernandez@occourts.org::57c097d1-1bb3-48c6-a822-c55a2e340980" providerId="AD" clId="Web-{6A71ED56-09D3-70D6-B5D1-92F45A091B5D}" dt="2025-10-29T21:09:32.783" v="15" actId="20577"/>
          <ac:spMkLst>
            <pc:docMk/>
            <pc:sldMk cId="3628579993" sldId="267"/>
            <ac:spMk id="3" creationId="{92813D1F-827A-E03A-6EB4-346C3B945097}"/>
          </ac:spMkLst>
        </pc:spChg>
        <pc:spChg chg="add mod">
          <ac:chgData name="Bryan Hernandez" userId="S::bhernandez@occourts.org::57c097d1-1bb3-48c6-a822-c55a2e340980" providerId="AD" clId="Web-{6A71ED56-09D3-70D6-B5D1-92F45A091B5D}" dt="2025-10-29T21:17:21.067" v="188"/>
          <ac:spMkLst>
            <pc:docMk/>
            <pc:sldMk cId="3628579993" sldId="267"/>
            <ac:spMk id="6" creationId="{2C1276CA-081C-FD8F-B636-100B898A347F}"/>
          </ac:spMkLst>
        </pc:spChg>
        <pc:picChg chg="add mod">
          <ac:chgData name="Bryan Hernandez" userId="S::bhernandez@occourts.org::57c097d1-1bb3-48c6-a822-c55a2e340980" providerId="AD" clId="Web-{6A71ED56-09D3-70D6-B5D1-92F45A091B5D}" dt="2025-10-29T21:15:26.707" v="180" actId="1076"/>
          <ac:picMkLst>
            <pc:docMk/>
            <pc:sldMk cId="3628579993" sldId="267"/>
            <ac:picMk id="5" creationId="{CCFDA748-E32A-3164-7CE9-62209DD73BE6}"/>
          </ac:picMkLst>
        </pc:picChg>
      </pc:sldChg>
      <pc:sldChg chg="addSp modSp add replId">
        <pc:chgData name="Bryan Hernandez" userId="S::bhernandez@occourts.org::57c097d1-1bb3-48c6-a822-c55a2e340980" providerId="AD" clId="Web-{6A71ED56-09D3-70D6-B5D1-92F45A091B5D}" dt="2025-10-29T21:17:28.489" v="190"/>
        <pc:sldMkLst>
          <pc:docMk/>
          <pc:sldMk cId="2188164860" sldId="268"/>
        </pc:sldMkLst>
        <pc:spChg chg="mod">
          <ac:chgData name="Bryan Hernandez" userId="S::bhernandez@occourts.org::57c097d1-1bb3-48c6-a822-c55a2e340980" providerId="AD" clId="Web-{6A71ED56-09D3-70D6-B5D1-92F45A091B5D}" dt="2025-10-29T21:10:10.017" v="34" actId="20577"/>
          <ac:spMkLst>
            <pc:docMk/>
            <pc:sldMk cId="2188164860" sldId="268"/>
            <ac:spMk id="3" creationId="{FC9A0C9F-B166-52A1-5DF8-7B13C37C7D06}"/>
          </ac:spMkLst>
        </pc:spChg>
        <pc:spChg chg="add mod">
          <ac:chgData name="Bryan Hernandez" userId="S::bhernandez@occourts.org::57c097d1-1bb3-48c6-a822-c55a2e340980" providerId="AD" clId="Web-{6A71ED56-09D3-70D6-B5D1-92F45A091B5D}" dt="2025-10-29T21:17:28.489" v="190"/>
          <ac:spMkLst>
            <pc:docMk/>
            <pc:sldMk cId="2188164860" sldId="268"/>
            <ac:spMk id="5" creationId="{7172F04B-0139-86FA-6914-8CC0B65B2262}"/>
          </ac:spMkLst>
        </pc:spChg>
        <pc:picChg chg="add mod">
          <ac:chgData name="Bryan Hernandez" userId="S::bhernandez@occourts.org::57c097d1-1bb3-48c6-a822-c55a2e340980" providerId="AD" clId="Web-{6A71ED56-09D3-70D6-B5D1-92F45A091B5D}" dt="2025-10-29T21:15:18.801" v="178" actId="1076"/>
          <ac:picMkLst>
            <pc:docMk/>
            <pc:sldMk cId="2188164860" sldId="268"/>
            <ac:picMk id="4" creationId="{BD5CC8E2-2482-CAA9-A3FF-D60CED6AE264}"/>
          </ac:picMkLst>
        </pc:picChg>
      </pc:sldChg>
      <pc:sldChg chg="addSp modSp add replId">
        <pc:chgData name="Bryan Hernandez" userId="S::bhernandez@occourts.org::57c097d1-1bb3-48c6-a822-c55a2e340980" providerId="AD" clId="Web-{6A71ED56-09D3-70D6-B5D1-92F45A091B5D}" dt="2025-10-29T21:16:03.708" v="183"/>
        <pc:sldMkLst>
          <pc:docMk/>
          <pc:sldMk cId="1609485861" sldId="269"/>
        </pc:sldMkLst>
        <pc:spChg chg="mod">
          <ac:chgData name="Bryan Hernandez" userId="S::bhernandez@occourts.org::57c097d1-1bb3-48c6-a822-c55a2e340980" providerId="AD" clId="Web-{6A71ED56-09D3-70D6-B5D1-92F45A091B5D}" dt="2025-10-29T21:10:23.596" v="48" actId="20577"/>
          <ac:spMkLst>
            <pc:docMk/>
            <pc:sldMk cId="1609485861" sldId="269"/>
            <ac:spMk id="3" creationId="{A5664824-96A4-4D5F-63D7-F051B92A2361}"/>
          </ac:spMkLst>
        </pc:spChg>
        <pc:spChg chg="add mod">
          <ac:chgData name="Bryan Hernandez" userId="S::bhernandez@occourts.org::57c097d1-1bb3-48c6-a822-c55a2e340980" providerId="AD" clId="Web-{6A71ED56-09D3-70D6-B5D1-92F45A091B5D}" dt="2025-10-29T21:16:03.708" v="183"/>
          <ac:spMkLst>
            <pc:docMk/>
            <pc:sldMk cId="1609485861" sldId="269"/>
            <ac:spMk id="6" creationId="{8B290FB5-7F24-E753-E8E4-75A3048F5300}"/>
          </ac:spMkLst>
        </pc:spChg>
        <pc:picChg chg="add">
          <ac:chgData name="Bryan Hernandez" userId="S::bhernandez@occourts.org::57c097d1-1bb3-48c6-a822-c55a2e340980" providerId="AD" clId="Web-{6A71ED56-09D3-70D6-B5D1-92F45A091B5D}" dt="2025-10-29T21:15:54.801" v="182"/>
          <ac:picMkLst>
            <pc:docMk/>
            <pc:sldMk cId="1609485861" sldId="269"/>
            <ac:picMk id="5" creationId="{7A53D468-4B71-EFCF-C047-479105FC9E6A}"/>
          </ac:picMkLst>
        </pc:picChg>
      </pc:sldChg>
      <pc:sldChg chg="addSp modSp add replId">
        <pc:chgData name="Bryan Hernandez" userId="S::bhernandez@occourts.org::57c097d1-1bb3-48c6-a822-c55a2e340980" providerId="AD" clId="Web-{6A71ED56-09D3-70D6-B5D1-92F45A091B5D}" dt="2025-10-29T21:17:37.786" v="193"/>
        <pc:sldMkLst>
          <pc:docMk/>
          <pc:sldMk cId="347992939" sldId="270"/>
        </pc:sldMkLst>
        <pc:spChg chg="mod">
          <ac:chgData name="Bryan Hernandez" userId="S::bhernandez@occourts.org::57c097d1-1bb3-48c6-a822-c55a2e340980" providerId="AD" clId="Web-{6A71ED56-09D3-70D6-B5D1-92F45A091B5D}" dt="2025-10-29T21:10:39.096" v="83" actId="20577"/>
          <ac:spMkLst>
            <pc:docMk/>
            <pc:sldMk cId="347992939" sldId="270"/>
            <ac:spMk id="3" creationId="{7806331D-5215-FF37-4240-2A6213C1A844}"/>
          </ac:spMkLst>
        </pc:spChg>
        <pc:spChg chg="add mod">
          <ac:chgData name="Bryan Hernandez" userId="S::bhernandez@occourts.org::57c097d1-1bb3-48c6-a822-c55a2e340980" providerId="AD" clId="Web-{6A71ED56-09D3-70D6-B5D1-92F45A091B5D}" dt="2025-10-29T21:17:37.786" v="193"/>
          <ac:spMkLst>
            <pc:docMk/>
            <pc:sldMk cId="347992939" sldId="270"/>
            <ac:spMk id="4" creationId="{E9DB83B7-1C47-F0D1-05E5-F57B49AA369E}"/>
          </ac:spMkLst>
        </pc:spChg>
      </pc:sldChg>
      <pc:sldChg chg="addSp modSp add replId">
        <pc:chgData name="Bryan Hernandez" userId="S::bhernandez@occourts.org::57c097d1-1bb3-48c6-a822-c55a2e340980" providerId="AD" clId="Web-{6A71ED56-09D3-70D6-B5D1-92F45A091B5D}" dt="2025-10-29T21:17:43.552" v="195"/>
        <pc:sldMkLst>
          <pc:docMk/>
          <pc:sldMk cId="2050423958" sldId="271"/>
        </pc:sldMkLst>
        <pc:spChg chg="mod">
          <ac:chgData name="Bryan Hernandez" userId="S::bhernandez@occourts.org::57c097d1-1bb3-48c6-a822-c55a2e340980" providerId="AD" clId="Web-{6A71ED56-09D3-70D6-B5D1-92F45A091B5D}" dt="2025-10-29T21:11:19.299" v="123" actId="20577"/>
          <ac:spMkLst>
            <pc:docMk/>
            <pc:sldMk cId="2050423958" sldId="271"/>
            <ac:spMk id="3" creationId="{28123147-A46D-5B73-7BFB-4F46F3DC00CB}"/>
          </ac:spMkLst>
        </pc:spChg>
        <pc:spChg chg="add mod">
          <ac:chgData name="Bryan Hernandez" userId="S::bhernandez@occourts.org::57c097d1-1bb3-48c6-a822-c55a2e340980" providerId="AD" clId="Web-{6A71ED56-09D3-70D6-B5D1-92F45A091B5D}" dt="2025-10-29T21:17:43.552" v="195"/>
          <ac:spMkLst>
            <pc:docMk/>
            <pc:sldMk cId="2050423958" sldId="271"/>
            <ac:spMk id="4" creationId="{0F224280-562B-9200-956A-76A9B9CC5859}"/>
          </ac:spMkLst>
        </pc:spChg>
      </pc:sldChg>
      <pc:sldChg chg="addSp modSp add replId">
        <pc:chgData name="Bryan Hernandez" userId="S::bhernandez@occourts.org::57c097d1-1bb3-48c6-a822-c55a2e340980" providerId="AD" clId="Web-{6A71ED56-09D3-70D6-B5D1-92F45A091B5D}" dt="2025-10-29T21:17:48.833" v="197"/>
        <pc:sldMkLst>
          <pc:docMk/>
          <pc:sldMk cId="757189303" sldId="272"/>
        </pc:sldMkLst>
        <pc:spChg chg="mod">
          <ac:chgData name="Bryan Hernandez" userId="S::bhernandez@occourts.org::57c097d1-1bb3-48c6-a822-c55a2e340980" providerId="AD" clId="Web-{6A71ED56-09D3-70D6-B5D1-92F45A091B5D}" dt="2025-10-29T21:11:33.581" v="159" actId="20577"/>
          <ac:spMkLst>
            <pc:docMk/>
            <pc:sldMk cId="757189303" sldId="272"/>
            <ac:spMk id="3" creationId="{9796B9CB-C082-725B-D06F-E836833E178A}"/>
          </ac:spMkLst>
        </pc:spChg>
        <pc:spChg chg="add mod">
          <ac:chgData name="Bryan Hernandez" userId="S::bhernandez@occourts.org::57c097d1-1bb3-48c6-a822-c55a2e340980" providerId="AD" clId="Web-{6A71ED56-09D3-70D6-B5D1-92F45A091B5D}" dt="2025-10-29T21:17:48.833" v="197"/>
          <ac:spMkLst>
            <pc:docMk/>
            <pc:sldMk cId="757189303" sldId="272"/>
            <ac:spMk id="4" creationId="{C7E7CF11-8A1A-7F3F-D184-924631E919C9}"/>
          </ac:spMkLst>
        </pc:spChg>
      </pc:sldChg>
    </pc:docChg>
  </pc:docChgLst>
  <pc:docChgLst>
    <pc:chgData name="Bryan Hernandez" userId="S::bhernandez@occourts.org::57c097d1-1bb3-48c6-a822-c55a2e340980" providerId="AD" clId="Web-{499CB394-07F3-EAD8-36F1-BD3344F3FD53}"/>
    <pc:docChg chg="addSld modSld">
      <pc:chgData name="Bryan Hernandez" userId="S::bhernandez@occourts.org::57c097d1-1bb3-48c6-a822-c55a2e340980" providerId="AD" clId="Web-{499CB394-07F3-EAD8-36F1-BD3344F3FD53}" dt="2025-10-21T21:28:37.182" v="633" actId="20577"/>
      <pc:docMkLst>
        <pc:docMk/>
      </pc:docMkLst>
      <pc:sldChg chg="modSp">
        <pc:chgData name="Bryan Hernandez" userId="S::bhernandez@occourts.org::57c097d1-1bb3-48c6-a822-c55a2e340980" providerId="AD" clId="Web-{499CB394-07F3-EAD8-36F1-BD3344F3FD53}" dt="2025-10-21T21:09:22.077" v="8" actId="20577"/>
        <pc:sldMkLst>
          <pc:docMk/>
          <pc:sldMk cId="109857222" sldId="256"/>
        </pc:sldMkLst>
        <pc:spChg chg="mod">
          <ac:chgData name="Bryan Hernandez" userId="S::bhernandez@occourts.org::57c097d1-1bb3-48c6-a822-c55a2e340980" providerId="AD" clId="Web-{499CB394-07F3-EAD8-36F1-BD3344F3FD53}" dt="2025-10-21T21:09:22.077" v="8" actId="20577"/>
          <ac:spMkLst>
            <pc:docMk/>
            <pc:sldMk cId="109857222" sldId="256"/>
            <ac:spMk id="2" creationId="{00000000-0000-0000-0000-000000000000}"/>
          </ac:spMkLst>
        </pc:spChg>
      </pc:sldChg>
      <pc:sldChg chg="addSp delSp modSp new">
        <pc:chgData name="Bryan Hernandez" userId="S::bhernandez@occourts.org::57c097d1-1bb3-48c6-a822-c55a2e340980" providerId="AD" clId="Web-{499CB394-07F3-EAD8-36F1-BD3344F3FD53}" dt="2025-10-21T21:26:11.834" v="520" actId="20577"/>
        <pc:sldMkLst>
          <pc:docMk/>
          <pc:sldMk cId="4250656561" sldId="257"/>
        </pc:sldMkLst>
        <pc:spChg chg="mod">
          <ac:chgData name="Bryan Hernandez" userId="S::bhernandez@occourts.org::57c097d1-1bb3-48c6-a822-c55a2e340980" providerId="AD" clId="Web-{499CB394-07F3-EAD8-36F1-BD3344F3FD53}" dt="2025-10-21T21:12:05.488" v="157" actId="20577"/>
          <ac:spMkLst>
            <pc:docMk/>
            <pc:sldMk cId="4250656561" sldId="257"/>
            <ac:spMk id="2" creationId="{B377C73F-39BA-3A75-BE99-142A82763573}"/>
          </ac:spMkLst>
        </pc:spChg>
        <pc:spChg chg="mod">
          <ac:chgData name="Bryan Hernandez" userId="S::bhernandez@occourts.org::57c097d1-1bb3-48c6-a822-c55a2e340980" providerId="AD" clId="Web-{499CB394-07F3-EAD8-36F1-BD3344F3FD53}" dt="2025-10-21T21:21:46.620" v="505" actId="20577"/>
          <ac:spMkLst>
            <pc:docMk/>
            <pc:sldMk cId="4250656561" sldId="257"/>
            <ac:spMk id="3" creationId="{17EE7893-66E9-94BF-4CC4-6FCD2A67390A}"/>
          </ac:spMkLst>
        </pc:spChg>
        <pc:spChg chg="add mod">
          <ac:chgData name="Bryan Hernandez" userId="S::bhernandez@occourts.org::57c097d1-1bb3-48c6-a822-c55a2e340980" providerId="AD" clId="Web-{499CB394-07F3-EAD8-36F1-BD3344F3FD53}" dt="2025-10-21T21:26:11.834" v="520" actId="20577"/>
          <ac:spMkLst>
            <pc:docMk/>
            <pc:sldMk cId="4250656561" sldId="257"/>
            <ac:spMk id="6" creationId="{120A18B9-EC0B-46CA-3B54-E7028C0B69BF}"/>
          </ac:spMkLst>
        </pc:spChg>
      </pc:sldChg>
      <pc:sldChg chg="addSp delSp modSp new">
        <pc:chgData name="Bryan Hernandez" userId="S::bhernandez@occourts.org::57c097d1-1bb3-48c6-a822-c55a2e340980" providerId="AD" clId="Web-{499CB394-07F3-EAD8-36F1-BD3344F3FD53}" dt="2025-10-21T21:21:03.369" v="490" actId="20577"/>
        <pc:sldMkLst>
          <pc:docMk/>
          <pc:sldMk cId="2429451201" sldId="258"/>
        </pc:sldMkLst>
        <pc:spChg chg="mod">
          <ac:chgData name="Bryan Hernandez" userId="S::bhernandez@occourts.org::57c097d1-1bb3-48c6-a822-c55a2e340980" providerId="AD" clId="Web-{499CB394-07F3-EAD8-36F1-BD3344F3FD53}" dt="2025-10-21T21:20:53.729" v="488" actId="20577"/>
          <ac:spMkLst>
            <pc:docMk/>
            <pc:sldMk cId="2429451201" sldId="258"/>
            <ac:spMk id="2" creationId="{71CCC6D4-06AC-8036-34BC-0894A9A63BE2}"/>
          </ac:spMkLst>
        </pc:spChg>
        <pc:spChg chg="mod">
          <ac:chgData name="Bryan Hernandez" userId="S::bhernandez@occourts.org::57c097d1-1bb3-48c6-a822-c55a2e340980" providerId="AD" clId="Web-{499CB394-07F3-EAD8-36F1-BD3344F3FD53}" dt="2025-10-21T21:21:03.369" v="490" actId="20577"/>
          <ac:spMkLst>
            <pc:docMk/>
            <pc:sldMk cId="2429451201" sldId="258"/>
            <ac:spMk id="3" creationId="{D2A5A240-8E0E-7C5F-49AE-ED96D4FDFC7B}"/>
          </ac:spMkLst>
        </pc:spChg>
      </pc:sldChg>
      <pc:sldChg chg="modSp new">
        <pc:chgData name="Bryan Hernandez" userId="S::bhernandez@occourts.org::57c097d1-1bb3-48c6-a822-c55a2e340980" providerId="AD" clId="Web-{499CB394-07F3-EAD8-36F1-BD3344F3FD53}" dt="2025-10-21T21:28:37.182" v="633" actId="20577"/>
        <pc:sldMkLst>
          <pc:docMk/>
          <pc:sldMk cId="23788681" sldId="259"/>
        </pc:sldMkLst>
      </pc:sldChg>
    </pc:docChg>
  </pc:docChgLst>
  <pc:docChgLst>
    <pc:chgData name="Bryan Hernandez" userId="57c097d1-1bb3-48c6-a822-c55a2e340980" providerId="ADAL" clId="{0DD62FC5-3A4A-4846-9FED-D617531417CA}"/>
    <pc:docChg chg="undo custSel addSld delSld modSld sldOrd addSection delSection modSection">
      <pc:chgData name="Bryan Hernandez" userId="57c097d1-1bb3-48c6-a822-c55a2e340980" providerId="ADAL" clId="{0DD62FC5-3A4A-4846-9FED-D617531417CA}" dt="2025-11-03T01:44:50.901" v="4809" actId="2696"/>
      <pc:docMkLst>
        <pc:docMk/>
      </pc:docMkLst>
      <pc:sldChg chg="modSp mod">
        <pc:chgData name="Bryan Hernandez" userId="57c097d1-1bb3-48c6-a822-c55a2e340980" providerId="ADAL" clId="{0DD62FC5-3A4A-4846-9FED-D617531417CA}" dt="2025-11-03T01:22:13.582" v="4399" actId="20577"/>
        <pc:sldMkLst>
          <pc:docMk/>
          <pc:sldMk cId="109857222" sldId="256"/>
        </pc:sldMkLst>
        <pc:spChg chg="mod">
          <ac:chgData name="Bryan Hernandez" userId="57c097d1-1bb3-48c6-a822-c55a2e340980" providerId="ADAL" clId="{0DD62FC5-3A4A-4846-9FED-D617531417CA}" dt="2025-11-03T01:22:13.582" v="4399" actId="20577"/>
          <ac:spMkLst>
            <pc:docMk/>
            <pc:sldMk cId="109857222" sldId="256"/>
            <ac:spMk id="2" creationId="{00000000-0000-0000-0000-000000000000}"/>
          </ac:spMkLst>
        </pc:spChg>
        <pc:spChg chg="mod">
          <ac:chgData name="Bryan Hernandez" userId="57c097d1-1bb3-48c6-a822-c55a2e340980" providerId="ADAL" clId="{0DD62FC5-3A4A-4846-9FED-D617531417CA}" dt="2025-10-29T05:07:18.882" v="18"/>
          <ac:spMkLst>
            <pc:docMk/>
            <pc:sldMk cId="109857222" sldId="256"/>
            <ac:spMk id="3" creationId="{00000000-0000-0000-0000-000000000000}"/>
          </ac:spMkLst>
        </pc:spChg>
      </pc:sldChg>
      <pc:sldChg chg="modSp mod">
        <pc:chgData name="Bryan Hernandez" userId="57c097d1-1bb3-48c6-a822-c55a2e340980" providerId="ADAL" clId="{0DD62FC5-3A4A-4846-9FED-D617531417CA}" dt="2025-10-29T05:07:18.882" v="18"/>
        <pc:sldMkLst>
          <pc:docMk/>
          <pc:sldMk cId="4250656561" sldId="257"/>
        </pc:sldMkLst>
        <pc:spChg chg="mod">
          <ac:chgData name="Bryan Hernandez" userId="57c097d1-1bb3-48c6-a822-c55a2e340980" providerId="ADAL" clId="{0DD62FC5-3A4A-4846-9FED-D617531417CA}" dt="2025-10-29T05:07:18.882" v="18"/>
          <ac:spMkLst>
            <pc:docMk/>
            <pc:sldMk cId="4250656561" sldId="257"/>
            <ac:spMk id="2" creationId="{B377C73F-39BA-3A75-BE99-142A82763573}"/>
          </ac:spMkLst>
        </pc:spChg>
        <pc:spChg chg="mod">
          <ac:chgData name="Bryan Hernandez" userId="57c097d1-1bb3-48c6-a822-c55a2e340980" providerId="ADAL" clId="{0DD62FC5-3A4A-4846-9FED-D617531417CA}" dt="2025-10-29T05:07:05.732" v="13" actId="27636"/>
          <ac:spMkLst>
            <pc:docMk/>
            <pc:sldMk cId="4250656561" sldId="257"/>
            <ac:spMk id="3" creationId="{17EE7893-66E9-94BF-4CC4-6FCD2A67390A}"/>
          </ac:spMkLst>
        </pc:spChg>
      </pc:sldChg>
      <pc:sldChg chg="modSp mod">
        <pc:chgData name="Bryan Hernandez" userId="57c097d1-1bb3-48c6-a822-c55a2e340980" providerId="ADAL" clId="{0DD62FC5-3A4A-4846-9FED-D617531417CA}" dt="2025-10-29T05:07:18.882" v="18"/>
        <pc:sldMkLst>
          <pc:docMk/>
          <pc:sldMk cId="2429451201" sldId="258"/>
        </pc:sldMkLst>
        <pc:spChg chg="mod">
          <ac:chgData name="Bryan Hernandez" userId="57c097d1-1bb3-48c6-a822-c55a2e340980" providerId="ADAL" clId="{0DD62FC5-3A4A-4846-9FED-D617531417CA}" dt="2025-10-29T05:07:18.882" v="18"/>
          <ac:spMkLst>
            <pc:docMk/>
            <pc:sldMk cId="2429451201" sldId="258"/>
            <ac:spMk id="2" creationId="{71CCC6D4-06AC-8036-34BC-0894A9A63BE2}"/>
          </ac:spMkLst>
        </pc:spChg>
        <pc:spChg chg="mod">
          <ac:chgData name="Bryan Hernandez" userId="57c097d1-1bb3-48c6-a822-c55a2e340980" providerId="ADAL" clId="{0DD62FC5-3A4A-4846-9FED-D617531417CA}" dt="2025-10-29T05:07:18.882" v="18"/>
          <ac:spMkLst>
            <pc:docMk/>
            <pc:sldMk cId="2429451201" sldId="258"/>
            <ac:spMk id="3" creationId="{D2A5A240-8E0E-7C5F-49AE-ED96D4FDFC7B}"/>
          </ac:spMkLst>
        </pc:spChg>
      </pc:sldChg>
      <pc:sldChg chg="addSp delSp modSp mod ord">
        <pc:chgData name="Bryan Hernandez" userId="57c097d1-1bb3-48c6-a822-c55a2e340980" providerId="ADAL" clId="{0DD62FC5-3A4A-4846-9FED-D617531417CA}" dt="2025-11-03T01:44:32.955" v="4808" actId="113"/>
        <pc:sldMkLst>
          <pc:docMk/>
          <pc:sldMk cId="23788681" sldId="259"/>
        </pc:sldMkLst>
        <pc:spChg chg="mod">
          <ac:chgData name="Bryan Hernandez" userId="57c097d1-1bb3-48c6-a822-c55a2e340980" providerId="ADAL" clId="{0DD62FC5-3A4A-4846-9FED-D617531417CA}" dt="2025-10-29T05:08:53.756" v="186" actId="14100"/>
          <ac:spMkLst>
            <pc:docMk/>
            <pc:sldMk cId="23788681" sldId="259"/>
            <ac:spMk id="2" creationId="{35B41109-685D-6C99-695D-5711C0D21471}"/>
          </ac:spMkLst>
        </pc:spChg>
        <pc:spChg chg="del mod">
          <ac:chgData name="Bryan Hernandez" userId="57c097d1-1bb3-48c6-a822-c55a2e340980" providerId="ADAL" clId="{0DD62FC5-3A4A-4846-9FED-D617531417CA}" dt="2025-11-03T01:22:50.207" v="4401" actId="478"/>
          <ac:spMkLst>
            <pc:docMk/>
            <pc:sldMk cId="23788681" sldId="259"/>
            <ac:spMk id="3" creationId="{0FE66EB8-EC06-22B8-E169-01461601440A}"/>
          </ac:spMkLst>
        </pc:spChg>
        <pc:spChg chg="add del mod">
          <ac:chgData name="Bryan Hernandez" userId="57c097d1-1bb3-48c6-a822-c55a2e340980" providerId="ADAL" clId="{0DD62FC5-3A4A-4846-9FED-D617531417CA}" dt="2025-11-03T01:23:22.552" v="4402" actId="1032"/>
          <ac:spMkLst>
            <pc:docMk/>
            <pc:sldMk cId="23788681" sldId="259"/>
            <ac:spMk id="6" creationId="{5129B893-13EB-EB60-9ADC-C06E08847B52}"/>
          </ac:spMkLst>
        </pc:spChg>
        <pc:spChg chg="add mod">
          <ac:chgData name="Bryan Hernandez" userId="57c097d1-1bb3-48c6-a822-c55a2e340980" providerId="ADAL" clId="{0DD62FC5-3A4A-4846-9FED-D617531417CA}" dt="2025-11-03T01:37:55.941" v="4750" actId="20577"/>
          <ac:spMkLst>
            <pc:docMk/>
            <pc:sldMk cId="23788681" sldId="259"/>
            <ac:spMk id="12" creationId="{4BE6387A-0D3F-3968-8B97-71FB3CEE32EA}"/>
          </ac:spMkLst>
        </pc:spChg>
        <pc:spChg chg="add mod">
          <ac:chgData name="Bryan Hernandez" userId="57c097d1-1bb3-48c6-a822-c55a2e340980" providerId="ADAL" clId="{0DD62FC5-3A4A-4846-9FED-D617531417CA}" dt="2025-11-03T01:37:34.759" v="4745" actId="1076"/>
          <ac:spMkLst>
            <pc:docMk/>
            <pc:sldMk cId="23788681" sldId="259"/>
            <ac:spMk id="13" creationId="{FE5F0E14-D843-CD0C-07AA-7BB866054882}"/>
          </ac:spMkLst>
        </pc:spChg>
        <pc:spChg chg="add mod">
          <ac:chgData name="Bryan Hernandez" userId="57c097d1-1bb3-48c6-a822-c55a2e340980" providerId="ADAL" clId="{0DD62FC5-3A4A-4846-9FED-D617531417CA}" dt="2025-11-03T01:44:32.955" v="4808" actId="113"/>
          <ac:spMkLst>
            <pc:docMk/>
            <pc:sldMk cId="23788681" sldId="259"/>
            <ac:spMk id="14" creationId="{EF26F3C5-1658-568A-6237-AAC713913E9E}"/>
          </ac:spMkLst>
        </pc:spChg>
        <pc:spChg chg="add mod">
          <ac:chgData name="Bryan Hernandez" userId="57c097d1-1bb3-48c6-a822-c55a2e340980" providerId="ADAL" clId="{0DD62FC5-3A4A-4846-9FED-D617531417CA}" dt="2025-11-03T01:44:07.707" v="4807" actId="20577"/>
          <ac:spMkLst>
            <pc:docMk/>
            <pc:sldMk cId="23788681" sldId="259"/>
            <ac:spMk id="15" creationId="{477572A7-1A59-E8C5-6D3F-E51E92C04D4D}"/>
          </ac:spMkLst>
        </pc:spChg>
        <pc:graphicFrameChg chg="add mod modGraphic">
          <ac:chgData name="Bryan Hernandez" userId="57c097d1-1bb3-48c6-a822-c55a2e340980" providerId="ADAL" clId="{0DD62FC5-3A4A-4846-9FED-D617531417CA}" dt="2025-11-03T01:39:12.301" v="4767" actId="255"/>
          <ac:graphicFrameMkLst>
            <pc:docMk/>
            <pc:sldMk cId="23788681" sldId="259"/>
            <ac:graphicFrameMk id="7" creationId="{D3747E08-BA3D-830B-0998-B83B7F7479B9}"/>
          </ac:graphicFrameMkLst>
        </pc:graphicFrameChg>
        <pc:picChg chg="add mod">
          <ac:chgData name="Bryan Hernandez" userId="57c097d1-1bb3-48c6-a822-c55a2e340980" providerId="ADAL" clId="{0DD62FC5-3A4A-4846-9FED-D617531417CA}" dt="2025-11-03T01:26:46.267" v="4518" actId="1076"/>
          <ac:picMkLst>
            <pc:docMk/>
            <pc:sldMk cId="23788681" sldId="259"/>
            <ac:picMk id="8" creationId="{E49E77DA-6EB2-7956-5580-24DF6CA28ACC}"/>
          </ac:picMkLst>
        </pc:picChg>
        <pc:picChg chg="add mod">
          <ac:chgData name="Bryan Hernandez" userId="57c097d1-1bb3-48c6-a822-c55a2e340980" providerId="ADAL" clId="{0DD62FC5-3A4A-4846-9FED-D617531417CA}" dt="2025-11-03T01:26:43.639" v="4517" actId="1076"/>
          <ac:picMkLst>
            <pc:docMk/>
            <pc:sldMk cId="23788681" sldId="259"/>
            <ac:picMk id="9" creationId="{7D46F350-38A3-9BE3-E498-6C873B806D20}"/>
          </ac:picMkLst>
        </pc:picChg>
        <pc:picChg chg="add del mod">
          <ac:chgData name="Bryan Hernandez" userId="57c097d1-1bb3-48c6-a822-c55a2e340980" providerId="ADAL" clId="{0DD62FC5-3A4A-4846-9FED-D617531417CA}" dt="2025-11-03T01:29:50.152" v="4636" actId="478"/>
          <ac:picMkLst>
            <pc:docMk/>
            <pc:sldMk cId="23788681" sldId="259"/>
            <ac:picMk id="10" creationId="{AEE16BEE-7E62-6489-C3E7-B3F614DE37CE}"/>
          </ac:picMkLst>
        </pc:picChg>
        <pc:picChg chg="add del mod">
          <ac:chgData name="Bryan Hernandez" userId="57c097d1-1bb3-48c6-a822-c55a2e340980" providerId="ADAL" clId="{0DD62FC5-3A4A-4846-9FED-D617531417CA}" dt="2025-11-03T01:28:50.116" v="4623" actId="478"/>
          <ac:picMkLst>
            <pc:docMk/>
            <pc:sldMk cId="23788681" sldId="259"/>
            <ac:picMk id="11" creationId="{DDB36B9C-33FA-AE8F-455B-2ECA6A319B31}"/>
          </ac:picMkLst>
        </pc:picChg>
        <pc:picChg chg="add mod">
          <ac:chgData name="Bryan Hernandez" userId="57c097d1-1bb3-48c6-a822-c55a2e340980" providerId="ADAL" clId="{0DD62FC5-3A4A-4846-9FED-D617531417CA}" dt="2025-11-03T01:26:53.881" v="4520" actId="1076"/>
          <ac:picMkLst>
            <pc:docMk/>
            <pc:sldMk cId="23788681" sldId="259"/>
            <ac:picMk id="1026" creationId="{017D37A9-61DC-983B-1125-C55CF6D3EF50}"/>
          </ac:picMkLst>
        </pc:picChg>
        <pc:picChg chg="add mod">
          <ac:chgData name="Bryan Hernandez" userId="57c097d1-1bb3-48c6-a822-c55a2e340980" providerId="ADAL" clId="{0DD62FC5-3A4A-4846-9FED-D617531417CA}" dt="2025-11-03T01:29:02.487" v="4629" actId="1076"/>
          <ac:picMkLst>
            <pc:docMk/>
            <pc:sldMk cId="23788681" sldId="259"/>
            <ac:picMk id="1028" creationId="{9CA717FA-BA2E-A896-9A38-602D8B951FD0}"/>
          </ac:picMkLst>
        </pc:picChg>
        <pc:picChg chg="add mod">
          <ac:chgData name="Bryan Hernandez" userId="57c097d1-1bb3-48c6-a822-c55a2e340980" providerId="ADAL" clId="{0DD62FC5-3A4A-4846-9FED-D617531417CA}" dt="2025-11-03T01:29:53.487" v="4637" actId="1076"/>
          <ac:picMkLst>
            <pc:docMk/>
            <pc:sldMk cId="23788681" sldId="259"/>
            <ac:picMk id="1030" creationId="{658A5B5F-1E03-7B0B-A936-560301E4F4BC}"/>
          </ac:picMkLst>
        </pc:picChg>
      </pc:sldChg>
      <pc:sldChg chg="modSp add mod">
        <pc:chgData name="Bryan Hernandez" userId="57c097d1-1bb3-48c6-a822-c55a2e340980" providerId="ADAL" clId="{0DD62FC5-3A4A-4846-9FED-D617531417CA}" dt="2025-10-29T05:41:32.917" v="4090" actId="27636"/>
        <pc:sldMkLst>
          <pc:docMk/>
          <pc:sldMk cId="2379300410" sldId="260"/>
        </pc:sldMkLst>
        <pc:spChg chg="mod">
          <ac:chgData name="Bryan Hernandez" userId="57c097d1-1bb3-48c6-a822-c55a2e340980" providerId="ADAL" clId="{0DD62FC5-3A4A-4846-9FED-D617531417CA}" dt="2025-10-29T05:12:16.702" v="671" actId="313"/>
          <ac:spMkLst>
            <pc:docMk/>
            <pc:sldMk cId="2379300410" sldId="260"/>
            <ac:spMk id="2" creationId="{D440BCA4-AFBA-D3E1-D573-6430279BF559}"/>
          </ac:spMkLst>
        </pc:spChg>
        <pc:spChg chg="mod">
          <ac:chgData name="Bryan Hernandez" userId="57c097d1-1bb3-48c6-a822-c55a2e340980" providerId="ADAL" clId="{0DD62FC5-3A4A-4846-9FED-D617531417CA}" dt="2025-10-29T05:41:32.917" v="4090" actId="27636"/>
          <ac:spMkLst>
            <pc:docMk/>
            <pc:sldMk cId="2379300410" sldId="260"/>
            <ac:spMk id="3" creationId="{AEBE952F-C0B8-DDC5-5196-8FFAD99152AE}"/>
          </ac:spMkLst>
        </pc:spChg>
      </pc:sldChg>
      <pc:sldChg chg="modSp add mod">
        <pc:chgData name="Bryan Hernandez" userId="57c097d1-1bb3-48c6-a822-c55a2e340980" providerId="ADAL" clId="{0DD62FC5-3A4A-4846-9FED-D617531417CA}" dt="2025-11-03T01:19:55.121" v="4356" actId="20577"/>
        <pc:sldMkLst>
          <pc:docMk/>
          <pc:sldMk cId="2254938685" sldId="261"/>
        </pc:sldMkLst>
        <pc:spChg chg="mod">
          <ac:chgData name="Bryan Hernandez" userId="57c097d1-1bb3-48c6-a822-c55a2e340980" providerId="ADAL" clId="{0DD62FC5-3A4A-4846-9FED-D617531417CA}" dt="2025-10-29T05:37:32.477" v="3522" actId="20577"/>
          <ac:spMkLst>
            <pc:docMk/>
            <pc:sldMk cId="2254938685" sldId="261"/>
            <ac:spMk id="2" creationId="{FDC60EB0-40C5-7AF2-5363-C879370657CB}"/>
          </ac:spMkLst>
        </pc:spChg>
        <pc:spChg chg="mod">
          <ac:chgData name="Bryan Hernandez" userId="57c097d1-1bb3-48c6-a822-c55a2e340980" providerId="ADAL" clId="{0DD62FC5-3A4A-4846-9FED-D617531417CA}" dt="2025-11-03T01:19:55.121" v="4356" actId="20577"/>
          <ac:spMkLst>
            <pc:docMk/>
            <pc:sldMk cId="2254938685" sldId="261"/>
            <ac:spMk id="3" creationId="{C0094CDA-71C5-62D4-426F-9FC724658DEB}"/>
          </ac:spMkLst>
        </pc:spChg>
      </pc:sldChg>
      <pc:sldChg chg="modSp add mod">
        <pc:chgData name="Bryan Hernandez" userId="57c097d1-1bb3-48c6-a822-c55a2e340980" providerId="ADAL" clId="{0DD62FC5-3A4A-4846-9FED-D617531417CA}" dt="2025-10-29T05:40:31.733" v="4013" actId="14100"/>
        <pc:sldMkLst>
          <pc:docMk/>
          <pc:sldMk cId="29551482" sldId="262"/>
        </pc:sldMkLst>
        <pc:spChg chg="mod">
          <ac:chgData name="Bryan Hernandez" userId="57c097d1-1bb3-48c6-a822-c55a2e340980" providerId="ADAL" clId="{0DD62FC5-3A4A-4846-9FED-D617531417CA}" dt="2025-10-29T05:21:13.786" v="1850" actId="20577"/>
          <ac:spMkLst>
            <pc:docMk/>
            <pc:sldMk cId="29551482" sldId="262"/>
            <ac:spMk id="2" creationId="{B4D4CF80-6B44-466F-5C64-3733AA5A2241}"/>
          </ac:spMkLst>
        </pc:spChg>
        <pc:spChg chg="mod">
          <ac:chgData name="Bryan Hernandez" userId="57c097d1-1bb3-48c6-a822-c55a2e340980" providerId="ADAL" clId="{0DD62FC5-3A4A-4846-9FED-D617531417CA}" dt="2025-10-29T05:40:31.733" v="4013" actId="14100"/>
          <ac:spMkLst>
            <pc:docMk/>
            <pc:sldMk cId="29551482" sldId="262"/>
            <ac:spMk id="3" creationId="{36AB1ED9-576B-2ABF-20D8-8D42D3C00C34}"/>
          </ac:spMkLst>
        </pc:spChg>
      </pc:sldChg>
      <pc:sldChg chg="modSp add mod modNotesTx">
        <pc:chgData name="Bryan Hernandez" userId="57c097d1-1bb3-48c6-a822-c55a2e340980" providerId="ADAL" clId="{0DD62FC5-3A4A-4846-9FED-D617531417CA}" dt="2025-10-29T05:33:24.138" v="3009" actId="20577"/>
        <pc:sldMkLst>
          <pc:docMk/>
          <pc:sldMk cId="4108749244" sldId="263"/>
        </pc:sldMkLst>
        <pc:spChg chg="mod">
          <ac:chgData name="Bryan Hernandez" userId="57c097d1-1bb3-48c6-a822-c55a2e340980" providerId="ADAL" clId="{0DD62FC5-3A4A-4846-9FED-D617531417CA}" dt="2025-10-29T05:25:42.853" v="2241" actId="20577"/>
          <ac:spMkLst>
            <pc:docMk/>
            <pc:sldMk cId="4108749244" sldId="263"/>
            <ac:spMk id="2" creationId="{1138D61C-D9D3-8769-0CEA-74567D0FF6B8}"/>
          </ac:spMkLst>
        </pc:spChg>
        <pc:spChg chg="mod">
          <ac:chgData name="Bryan Hernandez" userId="57c097d1-1bb3-48c6-a822-c55a2e340980" providerId="ADAL" clId="{0DD62FC5-3A4A-4846-9FED-D617531417CA}" dt="2025-10-29T05:33:24.138" v="3009" actId="20577"/>
          <ac:spMkLst>
            <pc:docMk/>
            <pc:sldMk cId="4108749244" sldId="263"/>
            <ac:spMk id="3" creationId="{44C574CB-BFD3-EE31-1CA3-28C4F1774796}"/>
          </ac:spMkLst>
        </pc:spChg>
      </pc:sldChg>
      <pc:sldChg chg="modSp add mod">
        <pc:chgData name="Bryan Hernandez" userId="57c097d1-1bb3-48c6-a822-c55a2e340980" providerId="ADAL" clId="{0DD62FC5-3A4A-4846-9FED-D617531417CA}" dt="2025-10-29T05:36:19.373" v="3391" actId="20577"/>
        <pc:sldMkLst>
          <pc:docMk/>
          <pc:sldMk cId="2533022529" sldId="264"/>
        </pc:sldMkLst>
        <pc:spChg chg="mod">
          <ac:chgData name="Bryan Hernandez" userId="57c097d1-1bb3-48c6-a822-c55a2e340980" providerId="ADAL" clId="{0DD62FC5-3A4A-4846-9FED-D617531417CA}" dt="2025-10-29T05:36:19.373" v="3391" actId="20577"/>
          <ac:spMkLst>
            <pc:docMk/>
            <pc:sldMk cId="2533022529" sldId="264"/>
            <ac:spMk id="2" creationId="{0E297D28-0A75-67BD-8E4C-A17C9864E880}"/>
          </ac:spMkLst>
        </pc:spChg>
        <pc:spChg chg="mod">
          <ac:chgData name="Bryan Hernandez" userId="57c097d1-1bb3-48c6-a822-c55a2e340980" providerId="ADAL" clId="{0DD62FC5-3A4A-4846-9FED-D617531417CA}" dt="2025-10-29T05:32:20.438" v="2954" actId="313"/>
          <ac:spMkLst>
            <pc:docMk/>
            <pc:sldMk cId="2533022529" sldId="264"/>
            <ac:spMk id="3" creationId="{9A6CC7CE-AA75-EF46-746F-63C07D521143}"/>
          </ac:spMkLst>
        </pc:spChg>
      </pc:sldChg>
      <pc:sldChg chg="modSp add mod ord">
        <pc:chgData name="Bryan Hernandez" userId="57c097d1-1bb3-48c6-a822-c55a2e340980" providerId="ADAL" clId="{0DD62FC5-3A4A-4846-9FED-D617531417CA}" dt="2025-10-29T05:40:57.056" v="4088" actId="20577"/>
        <pc:sldMkLst>
          <pc:docMk/>
          <pc:sldMk cId="2880185965" sldId="265"/>
        </pc:sldMkLst>
        <pc:spChg chg="mod">
          <ac:chgData name="Bryan Hernandez" userId="57c097d1-1bb3-48c6-a822-c55a2e340980" providerId="ADAL" clId="{0DD62FC5-3A4A-4846-9FED-D617531417CA}" dt="2025-10-29T05:34:13.960" v="3036" actId="20577"/>
          <ac:spMkLst>
            <pc:docMk/>
            <pc:sldMk cId="2880185965" sldId="265"/>
            <ac:spMk id="2" creationId="{21648F99-2AC4-75D7-87A3-CE4CB621369C}"/>
          </ac:spMkLst>
        </pc:spChg>
        <pc:spChg chg="mod">
          <ac:chgData name="Bryan Hernandez" userId="57c097d1-1bb3-48c6-a822-c55a2e340980" providerId="ADAL" clId="{0DD62FC5-3A4A-4846-9FED-D617531417CA}" dt="2025-10-29T05:40:57.056" v="4088" actId="20577"/>
          <ac:spMkLst>
            <pc:docMk/>
            <pc:sldMk cId="2880185965" sldId="265"/>
            <ac:spMk id="3" creationId="{40D9231F-70E5-B7A9-E68D-1EBBFDA60C89}"/>
          </ac:spMkLst>
        </pc:spChg>
      </pc:sldChg>
      <pc:sldChg chg="modSp add mod">
        <pc:chgData name="Bryan Hernandez" userId="57c097d1-1bb3-48c6-a822-c55a2e340980" providerId="ADAL" clId="{0DD62FC5-3A4A-4846-9FED-D617531417CA}" dt="2025-10-29T05:39:39.499" v="3957" actId="20577"/>
        <pc:sldMkLst>
          <pc:docMk/>
          <pc:sldMk cId="309814925" sldId="266"/>
        </pc:sldMkLst>
        <pc:spChg chg="mod">
          <ac:chgData name="Bryan Hernandez" userId="57c097d1-1bb3-48c6-a822-c55a2e340980" providerId="ADAL" clId="{0DD62FC5-3A4A-4846-9FED-D617531417CA}" dt="2025-10-29T05:39:39.499" v="3957" actId="20577"/>
          <ac:spMkLst>
            <pc:docMk/>
            <pc:sldMk cId="309814925" sldId="266"/>
            <ac:spMk id="3" creationId="{70923BC3-5773-00BE-267A-6293B3BFEFE4}"/>
          </ac:spMkLst>
        </pc:spChg>
      </pc:sldChg>
      <pc:sldChg chg="modSp add mod ord">
        <pc:chgData name="Bryan Hernandez" userId="57c097d1-1bb3-48c6-a822-c55a2e340980" providerId="ADAL" clId="{0DD62FC5-3A4A-4846-9FED-D617531417CA}" dt="2025-11-03T01:22:01.531" v="4398" actId="27636"/>
        <pc:sldMkLst>
          <pc:docMk/>
          <pc:sldMk cId="3646202725" sldId="273"/>
        </pc:sldMkLst>
        <pc:spChg chg="mod">
          <ac:chgData name="Bryan Hernandez" userId="57c097d1-1bb3-48c6-a822-c55a2e340980" providerId="ADAL" clId="{0DD62FC5-3A4A-4846-9FED-D617531417CA}" dt="2025-11-03T01:03:26.089" v="4175" actId="20577"/>
          <ac:spMkLst>
            <pc:docMk/>
            <pc:sldMk cId="3646202725" sldId="273"/>
            <ac:spMk id="2" creationId="{3EE0915A-28DD-7A38-5D61-C5FDEF01FE7F}"/>
          </ac:spMkLst>
        </pc:spChg>
        <pc:spChg chg="mod">
          <ac:chgData name="Bryan Hernandez" userId="57c097d1-1bb3-48c6-a822-c55a2e340980" providerId="ADAL" clId="{0DD62FC5-3A4A-4846-9FED-D617531417CA}" dt="2025-11-03T01:22:01.531" v="4398" actId="27636"/>
          <ac:spMkLst>
            <pc:docMk/>
            <pc:sldMk cId="3646202725" sldId="273"/>
            <ac:spMk id="3" creationId="{844AA68F-9C80-71A9-27F2-C65748DA4621}"/>
          </ac:spMkLst>
        </pc:spChg>
      </pc:sldChg>
      <pc:sldChg chg="add del">
        <pc:chgData name="Bryan Hernandez" userId="57c097d1-1bb3-48c6-a822-c55a2e340980" providerId="ADAL" clId="{0DD62FC5-3A4A-4846-9FED-D617531417CA}" dt="2025-11-03T01:44:50.901" v="4809" actId="2696"/>
        <pc:sldMkLst>
          <pc:docMk/>
          <pc:sldMk cId="2040646627" sldId="27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118D77-AB66-49CE-9031-05BDFDB0B8BE}"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8D783C2C-066B-48FD-90E4-55649ED093BF}">
      <dgm:prSet phldrT="[Text]" custT="1"/>
      <dgm:spPr/>
      <dgm:t>
        <a:bodyPr/>
        <a:lstStyle/>
        <a:p>
          <a:r>
            <a:rPr lang="en-US" sz="1800" b="1" dirty="0"/>
            <a:t>AI Studio</a:t>
          </a:r>
        </a:p>
      </dgm:t>
    </dgm:pt>
    <dgm:pt modelId="{AA3C1265-ED21-49FC-A77E-9099A8D12AAC}" type="parTrans" cxnId="{BFACE51F-6A2E-4AD7-93B7-BCCC1FCB3F58}">
      <dgm:prSet/>
      <dgm:spPr/>
      <dgm:t>
        <a:bodyPr/>
        <a:lstStyle/>
        <a:p>
          <a:endParaRPr lang="en-US"/>
        </a:p>
      </dgm:t>
    </dgm:pt>
    <dgm:pt modelId="{BE40284E-C361-4651-9113-1E96EED82155}" type="sibTrans" cxnId="{BFACE51F-6A2E-4AD7-93B7-BCCC1FCB3F58}">
      <dgm:prSet/>
      <dgm:spPr/>
      <dgm:t>
        <a:bodyPr/>
        <a:lstStyle/>
        <a:p>
          <a:endParaRPr lang="en-US"/>
        </a:p>
      </dgm:t>
    </dgm:pt>
    <dgm:pt modelId="{C456EE12-B4E7-4725-911A-60ACD0AF5AF1}">
      <dgm:prSet phldrT="[Text]" custT="1"/>
      <dgm:spPr/>
      <dgm:t>
        <a:bodyPr/>
        <a:lstStyle/>
        <a:p>
          <a:r>
            <a:rPr lang="en-US" sz="1800" b="1" dirty="0"/>
            <a:t>EVA</a:t>
          </a:r>
        </a:p>
      </dgm:t>
    </dgm:pt>
    <dgm:pt modelId="{C90D33A6-CC6B-4276-AA2A-D673C0718B8F}" type="parTrans" cxnId="{C8438ED0-0CDE-42CA-9493-8FAACF1F8FFF}">
      <dgm:prSet/>
      <dgm:spPr/>
      <dgm:t>
        <a:bodyPr/>
        <a:lstStyle/>
        <a:p>
          <a:endParaRPr lang="en-US"/>
        </a:p>
      </dgm:t>
    </dgm:pt>
    <dgm:pt modelId="{01FE7A3C-650D-4352-9BA1-9F473BDF10DD}" type="sibTrans" cxnId="{C8438ED0-0CDE-42CA-9493-8FAACF1F8FFF}">
      <dgm:prSet/>
      <dgm:spPr/>
      <dgm:t>
        <a:bodyPr/>
        <a:lstStyle/>
        <a:p>
          <a:endParaRPr lang="en-US"/>
        </a:p>
      </dgm:t>
    </dgm:pt>
    <dgm:pt modelId="{0FC5E098-4C98-417A-8F8C-EF02E7EBFBA0}">
      <dgm:prSet phldrT="[Text]" custT="1"/>
      <dgm:spPr/>
      <dgm:t>
        <a:bodyPr/>
        <a:lstStyle/>
        <a:p>
          <a:r>
            <a:rPr lang="en-US" sz="1800" b="1" dirty="0"/>
            <a:t>EMI</a:t>
          </a:r>
        </a:p>
      </dgm:t>
    </dgm:pt>
    <dgm:pt modelId="{E64CBA70-5BE9-40FE-8373-13151843684E}" type="parTrans" cxnId="{6B8FD96D-27FD-4D7E-9A36-2F08F3934A16}">
      <dgm:prSet/>
      <dgm:spPr/>
      <dgm:t>
        <a:bodyPr/>
        <a:lstStyle/>
        <a:p>
          <a:endParaRPr lang="en-US"/>
        </a:p>
      </dgm:t>
    </dgm:pt>
    <dgm:pt modelId="{594757F5-CAB6-405E-BC8C-0D99C32BD558}" type="sibTrans" cxnId="{6B8FD96D-27FD-4D7E-9A36-2F08F3934A16}">
      <dgm:prSet/>
      <dgm:spPr/>
      <dgm:t>
        <a:bodyPr/>
        <a:lstStyle/>
        <a:p>
          <a:endParaRPr lang="en-US"/>
        </a:p>
      </dgm:t>
    </dgm:pt>
    <dgm:pt modelId="{A37FEEBF-6CC8-4F1F-8A78-B41F6BD071A4}">
      <dgm:prSet phldrT="[Text]" custT="1"/>
      <dgm:spPr/>
      <dgm:t>
        <a:bodyPr/>
        <a:lstStyle/>
        <a:p>
          <a:r>
            <a:rPr lang="en-US" sz="1800" b="1" dirty="0"/>
            <a:t>Docket </a:t>
          </a:r>
          <a:br>
            <a:rPr lang="en-US" sz="1800" b="1" dirty="0"/>
          </a:br>
          <a:r>
            <a:rPr lang="en-US" sz="1800" b="1" dirty="0"/>
            <a:t>Code Search</a:t>
          </a:r>
        </a:p>
      </dgm:t>
    </dgm:pt>
    <dgm:pt modelId="{EFCD1D99-124D-4034-BF24-C10504CB573C}" type="parTrans" cxnId="{E81EE772-6295-4113-9E24-9250E9DD12B8}">
      <dgm:prSet/>
      <dgm:spPr/>
      <dgm:t>
        <a:bodyPr/>
        <a:lstStyle/>
        <a:p>
          <a:endParaRPr lang="en-US"/>
        </a:p>
      </dgm:t>
    </dgm:pt>
    <dgm:pt modelId="{4A418314-85D4-450A-B171-C8AA4FC97221}" type="sibTrans" cxnId="{E81EE772-6295-4113-9E24-9250E9DD12B8}">
      <dgm:prSet/>
      <dgm:spPr/>
      <dgm:t>
        <a:bodyPr/>
        <a:lstStyle/>
        <a:p>
          <a:endParaRPr lang="en-US"/>
        </a:p>
      </dgm:t>
    </dgm:pt>
    <dgm:pt modelId="{D5436006-0D4E-451D-BEC0-B69851072D7D}">
      <dgm:prSet phldrT="[Text]" custT="1"/>
      <dgm:spPr/>
      <dgm:t>
        <a:bodyPr/>
        <a:lstStyle/>
        <a:p>
          <a:r>
            <a:rPr lang="en-US" sz="1800" b="1" dirty="0"/>
            <a:t>Specialized Reviewer</a:t>
          </a:r>
        </a:p>
      </dgm:t>
    </dgm:pt>
    <dgm:pt modelId="{79B3E1BD-F622-43B2-980F-82560794A05E}" type="parTrans" cxnId="{9F30C5F0-B8E9-4D67-A71A-0FAA24274990}">
      <dgm:prSet/>
      <dgm:spPr/>
      <dgm:t>
        <a:bodyPr/>
        <a:lstStyle/>
        <a:p>
          <a:endParaRPr lang="en-US"/>
        </a:p>
      </dgm:t>
    </dgm:pt>
    <dgm:pt modelId="{634298D5-0D2D-4BC7-94BA-6F06442CD0A0}" type="sibTrans" cxnId="{9F30C5F0-B8E9-4D67-A71A-0FAA24274990}">
      <dgm:prSet/>
      <dgm:spPr/>
      <dgm:t>
        <a:bodyPr/>
        <a:lstStyle/>
        <a:p>
          <a:endParaRPr lang="en-US"/>
        </a:p>
      </dgm:t>
    </dgm:pt>
    <dgm:pt modelId="{A55A267A-6680-495C-BC30-1DE19F20CCC7}">
      <dgm:prSet phldrT="[Text]" custT="1"/>
      <dgm:spPr/>
      <dgm:t>
        <a:bodyPr/>
        <a:lstStyle/>
        <a:p>
          <a:r>
            <a:rPr lang="en-US" sz="1800" b="1" dirty="0"/>
            <a:t>Rule Engine Evaluator</a:t>
          </a:r>
        </a:p>
      </dgm:t>
    </dgm:pt>
    <dgm:pt modelId="{D56C3A8F-07B7-450F-BC96-A444BA8F481B}" type="parTrans" cxnId="{5EC0084F-C429-4FCC-9132-32E3AC817B1D}">
      <dgm:prSet/>
      <dgm:spPr/>
      <dgm:t>
        <a:bodyPr/>
        <a:lstStyle/>
        <a:p>
          <a:endParaRPr lang="en-US"/>
        </a:p>
      </dgm:t>
    </dgm:pt>
    <dgm:pt modelId="{4645D45F-C6B6-4F36-BB6B-4504BDB7778F}" type="sibTrans" cxnId="{5EC0084F-C429-4FCC-9132-32E3AC817B1D}">
      <dgm:prSet/>
      <dgm:spPr/>
      <dgm:t>
        <a:bodyPr/>
        <a:lstStyle/>
        <a:p>
          <a:endParaRPr lang="en-US"/>
        </a:p>
      </dgm:t>
    </dgm:pt>
    <dgm:pt modelId="{6CD350C1-ED00-4906-BCF7-6E39459085C3}" type="pres">
      <dgm:prSet presAssocID="{39118D77-AB66-49CE-9031-05BDFDB0B8BE}" presName="rootnode" presStyleCnt="0">
        <dgm:presLayoutVars>
          <dgm:chMax/>
          <dgm:chPref/>
          <dgm:dir/>
          <dgm:animLvl val="lvl"/>
        </dgm:presLayoutVars>
      </dgm:prSet>
      <dgm:spPr/>
    </dgm:pt>
    <dgm:pt modelId="{CFDB1E3E-649F-44F6-B5A5-60BE5A41362D}" type="pres">
      <dgm:prSet presAssocID="{8D783C2C-066B-48FD-90E4-55649ED093BF}" presName="composite" presStyleCnt="0"/>
      <dgm:spPr/>
    </dgm:pt>
    <dgm:pt modelId="{D8A80ED8-99FE-4821-8F2A-F01D2B39A591}" type="pres">
      <dgm:prSet presAssocID="{8D783C2C-066B-48FD-90E4-55649ED093BF}" presName="LShape" presStyleLbl="alignNode1" presStyleIdx="0" presStyleCnt="11"/>
      <dgm:spPr/>
    </dgm:pt>
    <dgm:pt modelId="{A8C1D97F-FE05-48B2-B002-486783A3B05A}" type="pres">
      <dgm:prSet presAssocID="{8D783C2C-066B-48FD-90E4-55649ED093BF}" presName="ParentText" presStyleLbl="revTx" presStyleIdx="0" presStyleCnt="6">
        <dgm:presLayoutVars>
          <dgm:chMax val="0"/>
          <dgm:chPref val="0"/>
          <dgm:bulletEnabled val="1"/>
        </dgm:presLayoutVars>
      </dgm:prSet>
      <dgm:spPr/>
    </dgm:pt>
    <dgm:pt modelId="{B54B711B-68AB-4E66-9374-A3136E61AF9E}" type="pres">
      <dgm:prSet presAssocID="{8D783C2C-066B-48FD-90E4-55649ED093BF}" presName="Triangle" presStyleLbl="alignNode1" presStyleIdx="1" presStyleCnt="11"/>
      <dgm:spPr/>
    </dgm:pt>
    <dgm:pt modelId="{91BB6FCC-57BB-4E71-912D-2A88E503E6C8}" type="pres">
      <dgm:prSet presAssocID="{BE40284E-C361-4651-9113-1E96EED82155}" presName="sibTrans" presStyleCnt="0"/>
      <dgm:spPr/>
    </dgm:pt>
    <dgm:pt modelId="{421AFA59-B931-4805-A917-6581EB54B56B}" type="pres">
      <dgm:prSet presAssocID="{BE40284E-C361-4651-9113-1E96EED82155}" presName="space" presStyleCnt="0"/>
      <dgm:spPr/>
    </dgm:pt>
    <dgm:pt modelId="{3F9A10E9-7D1B-49E9-86F1-B52F00DAFA9C}" type="pres">
      <dgm:prSet presAssocID="{C456EE12-B4E7-4725-911A-60ACD0AF5AF1}" presName="composite" presStyleCnt="0"/>
      <dgm:spPr/>
    </dgm:pt>
    <dgm:pt modelId="{B9AA034E-FD7C-4BAF-B0A8-02BB2941266F}" type="pres">
      <dgm:prSet presAssocID="{C456EE12-B4E7-4725-911A-60ACD0AF5AF1}" presName="LShape" presStyleLbl="alignNode1" presStyleIdx="2" presStyleCnt="11"/>
      <dgm:spPr/>
    </dgm:pt>
    <dgm:pt modelId="{C162C45D-D3A1-4650-A7F0-C12334D304F3}" type="pres">
      <dgm:prSet presAssocID="{C456EE12-B4E7-4725-911A-60ACD0AF5AF1}" presName="ParentText" presStyleLbl="revTx" presStyleIdx="1" presStyleCnt="6">
        <dgm:presLayoutVars>
          <dgm:chMax val="0"/>
          <dgm:chPref val="0"/>
          <dgm:bulletEnabled val="1"/>
        </dgm:presLayoutVars>
      </dgm:prSet>
      <dgm:spPr/>
    </dgm:pt>
    <dgm:pt modelId="{A0A5E766-8F7A-4BFC-B66D-0F412E3803F1}" type="pres">
      <dgm:prSet presAssocID="{C456EE12-B4E7-4725-911A-60ACD0AF5AF1}" presName="Triangle" presStyleLbl="alignNode1" presStyleIdx="3" presStyleCnt="11"/>
      <dgm:spPr/>
    </dgm:pt>
    <dgm:pt modelId="{6B59D056-F123-46C0-8F96-657E66471817}" type="pres">
      <dgm:prSet presAssocID="{01FE7A3C-650D-4352-9BA1-9F473BDF10DD}" presName="sibTrans" presStyleCnt="0"/>
      <dgm:spPr/>
    </dgm:pt>
    <dgm:pt modelId="{B2BA4C76-AF24-49B4-AF91-7DFB44DB0EEE}" type="pres">
      <dgm:prSet presAssocID="{01FE7A3C-650D-4352-9BA1-9F473BDF10DD}" presName="space" presStyleCnt="0"/>
      <dgm:spPr/>
    </dgm:pt>
    <dgm:pt modelId="{427645FF-7C43-484A-8D43-7E881891F9B1}" type="pres">
      <dgm:prSet presAssocID="{0FC5E098-4C98-417A-8F8C-EF02E7EBFBA0}" presName="composite" presStyleCnt="0"/>
      <dgm:spPr/>
    </dgm:pt>
    <dgm:pt modelId="{241839D2-A5D1-4E1B-AE4F-48599E60C0DD}" type="pres">
      <dgm:prSet presAssocID="{0FC5E098-4C98-417A-8F8C-EF02E7EBFBA0}" presName="LShape" presStyleLbl="alignNode1" presStyleIdx="4" presStyleCnt="11"/>
      <dgm:spPr/>
    </dgm:pt>
    <dgm:pt modelId="{C31D1327-1B0A-4495-9E5A-8CEC15ABC1A8}" type="pres">
      <dgm:prSet presAssocID="{0FC5E098-4C98-417A-8F8C-EF02E7EBFBA0}" presName="ParentText" presStyleLbl="revTx" presStyleIdx="2" presStyleCnt="6">
        <dgm:presLayoutVars>
          <dgm:chMax val="0"/>
          <dgm:chPref val="0"/>
          <dgm:bulletEnabled val="1"/>
        </dgm:presLayoutVars>
      </dgm:prSet>
      <dgm:spPr/>
    </dgm:pt>
    <dgm:pt modelId="{4AD07B30-746B-4C5D-8C81-976A94C317B3}" type="pres">
      <dgm:prSet presAssocID="{0FC5E098-4C98-417A-8F8C-EF02E7EBFBA0}" presName="Triangle" presStyleLbl="alignNode1" presStyleIdx="5" presStyleCnt="11"/>
      <dgm:spPr/>
    </dgm:pt>
    <dgm:pt modelId="{B3D27C62-8F14-4D95-BC4C-E77DA8D001BD}" type="pres">
      <dgm:prSet presAssocID="{594757F5-CAB6-405E-BC8C-0D99C32BD558}" presName="sibTrans" presStyleCnt="0"/>
      <dgm:spPr/>
    </dgm:pt>
    <dgm:pt modelId="{DEAEAD6D-7041-4576-81E5-7EE0B986265A}" type="pres">
      <dgm:prSet presAssocID="{594757F5-CAB6-405E-BC8C-0D99C32BD558}" presName="space" presStyleCnt="0"/>
      <dgm:spPr/>
    </dgm:pt>
    <dgm:pt modelId="{E7997931-E026-4F4F-911B-83D03A8B7D75}" type="pres">
      <dgm:prSet presAssocID="{A37FEEBF-6CC8-4F1F-8A78-B41F6BD071A4}" presName="composite" presStyleCnt="0"/>
      <dgm:spPr/>
    </dgm:pt>
    <dgm:pt modelId="{ADA8A243-BC58-4128-BCE4-1582E315396F}" type="pres">
      <dgm:prSet presAssocID="{A37FEEBF-6CC8-4F1F-8A78-B41F6BD071A4}" presName="LShape" presStyleLbl="alignNode1" presStyleIdx="6" presStyleCnt="11"/>
      <dgm:spPr/>
    </dgm:pt>
    <dgm:pt modelId="{ED8E908E-E1BD-4184-9156-3C978B832F57}" type="pres">
      <dgm:prSet presAssocID="{A37FEEBF-6CC8-4F1F-8A78-B41F6BD071A4}" presName="ParentText" presStyleLbl="revTx" presStyleIdx="3" presStyleCnt="6">
        <dgm:presLayoutVars>
          <dgm:chMax val="0"/>
          <dgm:chPref val="0"/>
          <dgm:bulletEnabled val="1"/>
        </dgm:presLayoutVars>
      </dgm:prSet>
      <dgm:spPr/>
    </dgm:pt>
    <dgm:pt modelId="{F9C801BA-5996-4230-9DAC-2B83BD26C2D7}" type="pres">
      <dgm:prSet presAssocID="{A37FEEBF-6CC8-4F1F-8A78-B41F6BD071A4}" presName="Triangle" presStyleLbl="alignNode1" presStyleIdx="7" presStyleCnt="11"/>
      <dgm:spPr/>
    </dgm:pt>
    <dgm:pt modelId="{EF1B04FF-42B4-435E-BCE2-4DBA7DFBB9AE}" type="pres">
      <dgm:prSet presAssocID="{4A418314-85D4-450A-B171-C8AA4FC97221}" presName="sibTrans" presStyleCnt="0"/>
      <dgm:spPr/>
    </dgm:pt>
    <dgm:pt modelId="{2B00CD38-4631-42E7-A8D7-FB2A774CFE80}" type="pres">
      <dgm:prSet presAssocID="{4A418314-85D4-450A-B171-C8AA4FC97221}" presName="space" presStyleCnt="0"/>
      <dgm:spPr/>
    </dgm:pt>
    <dgm:pt modelId="{0A6208EE-3BE5-4D77-BA00-0C7ED8220F29}" type="pres">
      <dgm:prSet presAssocID="{D5436006-0D4E-451D-BEC0-B69851072D7D}" presName="composite" presStyleCnt="0"/>
      <dgm:spPr/>
    </dgm:pt>
    <dgm:pt modelId="{AA0CD574-97B1-49D4-8595-41A81A3284F9}" type="pres">
      <dgm:prSet presAssocID="{D5436006-0D4E-451D-BEC0-B69851072D7D}" presName="LShape" presStyleLbl="alignNode1" presStyleIdx="8" presStyleCnt="11"/>
      <dgm:spPr/>
    </dgm:pt>
    <dgm:pt modelId="{8563B299-3851-40D4-8B12-4C836325E3F5}" type="pres">
      <dgm:prSet presAssocID="{D5436006-0D4E-451D-BEC0-B69851072D7D}" presName="ParentText" presStyleLbl="revTx" presStyleIdx="4" presStyleCnt="6">
        <dgm:presLayoutVars>
          <dgm:chMax val="0"/>
          <dgm:chPref val="0"/>
          <dgm:bulletEnabled val="1"/>
        </dgm:presLayoutVars>
      </dgm:prSet>
      <dgm:spPr/>
    </dgm:pt>
    <dgm:pt modelId="{A8BEB941-7D71-4BDE-ADCE-DE34F3A81995}" type="pres">
      <dgm:prSet presAssocID="{D5436006-0D4E-451D-BEC0-B69851072D7D}" presName="Triangle" presStyleLbl="alignNode1" presStyleIdx="9" presStyleCnt="11"/>
      <dgm:spPr/>
    </dgm:pt>
    <dgm:pt modelId="{34425C7D-EC33-414D-85C4-933C96710FE5}" type="pres">
      <dgm:prSet presAssocID="{634298D5-0D2D-4BC7-94BA-6F06442CD0A0}" presName="sibTrans" presStyleCnt="0"/>
      <dgm:spPr/>
    </dgm:pt>
    <dgm:pt modelId="{01596A0C-4A5F-4C88-8C1D-7CDB1C425204}" type="pres">
      <dgm:prSet presAssocID="{634298D5-0D2D-4BC7-94BA-6F06442CD0A0}" presName="space" presStyleCnt="0"/>
      <dgm:spPr/>
    </dgm:pt>
    <dgm:pt modelId="{08EE57D6-0B03-4A49-80B9-352DA01BF173}" type="pres">
      <dgm:prSet presAssocID="{A55A267A-6680-495C-BC30-1DE19F20CCC7}" presName="composite" presStyleCnt="0"/>
      <dgm:spPr/>
    </dgm:pt>
    <dgm:pt modelId="{6A22EB8B-B7A3-4A54-AAEE-10EAFCA66FAB}" type="pres">
      <dgm:prSet presAssocID="{A55A267A-6680-495C-BC30-1DE19F20CCC7}" presName="LShape" presStyleLbl="alignNode1" presStyleIdx="10" presStyleCnt="11"/>
      <dgm:spPr/>
    </dgm:pt>
    <dgm:pt modelId="{AA620D1B-9843-47B8-A62B-82971A34F5EC}" type="pres">
      <dgm:prSet presAssocID="{A55A267A-6680-495C-BC30-1DE19F20CCC7}" presName="ParentText" presStyleLbl="revTx" presStyleIdx="5" presStyleCnt="6">
        <dgm:presLayoutVars>
          <dgm:chMax val="0"/>
          <dgm:chPref val="0"/>
          <dgm:bulletEnabled val="1"/>
        </dgm:presLayoutVars>
      </dgm:prSet>
      <dgm:spPr/>
    </dgm:pt>
  </dgm:ptLst>
  <dgm:cxnLst>
    <dgm:cxn modelId="{6F07BA14-FDEC-46DC-837F-626054CE7025}" type="presOf" srcId="{39118D77-AB66-49CE-9031-05BDFDB0B8BE}" destId="{6CD350C1-ED00-4906-BCF7-6E39459085C3}" srcOrd="0" destOrd="0" presId="urn:microsoft.com/office/officeart/2009/3/layout/StepUpProcess"/>
    <dgm:cxn modelId="{6C0DA71F-CC12-4E17-BC2B-CE42889C5926}" type="presOf" srcId="{C456EE12-B4E7-4725-911A-60ACD0AF5AF1}" destId="{C162C45D-D3A1-4650-A7F0-C12334D304F3}" srcOrd="0" destOrd="0" presId="urn:microsoft.com/office/officeart/2009/3/layout/StepUpProcess"/>
    <dgm:cxn modelId="{BFACE51F-6A2E-4AD7-93B7-BCCC1FCB3F58}" srcId="{39118D77-AB66-49CE-9031-05BDFDB0B8BE}" destId="{8D783C2C-066B-48FD-90E4-55649ED093BF}" srcOrd="0" destOrd="0" parTransId="{AA3C1265-ED21-49FC-A77E-9099A8D12AAC}" sibTransId="{BE40284E-C361-4651-9113-1E96EED82155}"/>
    <dgm:cxn modelId="{1EA45735-15DC-4B1C-B25E-AA6673B24A29}" type="presOf" srcId="{A55A267A-6680-495C-BC30-1DE19F20CCC7}" destId="{AA620D1B-9843-47B8-A62B-82971A34F5EC}" srcOrd="0" destOrd="0" presId="urn:microsoft.com/office/officeart/2009/3/layout/StepUpProcess"/>
    <dgm:cxn modelId="{F77ED137-B91D-48DD-990E-F22CBF4457B3}" type="presOf" srcId="{8D783C2C-066B-48FD-90E4-55649ED093BF}" destId="{A8C1D97F-FE05-48B2-B002-486783A3B05A}" srcOrd="0" destOrd="0" presId="urn:microsoft.com/office/officeart/2009/3/layout/StepUpProcess"/>
    <dgm:cxn modelId="{BE493C45-969A-47E1-ABE2-2880E6C4D5FC}" type="presOf" srcId="{0FC5E098-4C98-417A-8F8C-EF02E7EBFBA0}" destId="{C31D1327-1B0A-4495-9E5A-8CEC15ABC1A8}" srcOrd="0" destOrd="0" presId="urn:microsoft.com/office/officeart/2009/3/layout/StepUpProcess"/>
    <dgm:cxn modelId="{6B8FD96D-27FD-4D7E-9A36-2F08F3934A16}" srcId="{39118D77-AB66-49CE-9031-05BDFDB0B8BE}" destId="{0FC5E098-4C98-417A-8F8C-EF02E7EBFBA0}" srcOrd="2" destOrd="0" parTransId="{E64CBA70-5BE9-40FE-8373-13151843684E}" sibTransId="{594757F5-CAB6-405E-BC8C-0D99C32BD558}"/>
    <dgm:cxn modelId="{5EC0084F-C429-4FCC-9132-32E3AC817B1D}" srcId="{39118D77-AB66-49CE-9031-05BDFDB0B8BE}" destId="{A55A267A-6680-495C-BC30-1DE19F20CCC7}" srcOrd="5" destOrd="0" parTransId="{D56C3A8F-07B7-450F-BC96-A444BA8F481B}" sibTransId="{4645D45F-C6B6-4F36-BB6B-4504BDB7778F}"/>
    <dgm:cxn modelId="{E81EE772-6295-4113-9E24-9250E9DD12B8}" srcId="{39118D77-AB66-49CE-9031-05BDFDB0B8BE}" destId="{A37FEEBF-6CC8-4F1F-8A78-B41F6BD071A4}" srcOrd="3" destOrd="0" parTransId="{EFCD1D99-124D-4034-BF24-C10504CB573C}" sibTransId="{4A418314-85D4-450A-B171-C8AA4FC97221}"/>
    <dgm:cxn modelId="{979A7D8C-6A30-4836-B206-795D300FE6A3}" type="presOf" srcId="{A37FEEBF-6CC8-4F1F-8A78-B41F6BD071A4}" destId="{ED8E908E-E1BD-4184-9156-3C978B832F57}" srcOrd="0" destOrd="0" presId="urn:microsoft.com/office/officeart/2009/3/layout/StepUpProcess"/>
    <dgm:cxn modelId="{8BCD9397-D30A-4555-859A-9E39D2D6A045}" type="presOf" srcId="{D5436006-0D4E-451D-BEC0-B69851072D7D}" destId="{8563B299-3851-40D4-8B12-4C836325E3F5}" srcOrd="0" destOrd="0" presId="urn:microsoft.com/office/officeart/2009/3/layout/StepUpProcess"/>
    <dgm:cxn modelId="{C8438ED0-0CDE-42CA-9493-8FAACF1F8FFF}" srcId="{39118D77-AB66-49CE-9031-05BDFDB0B8BE}" destId="{C456EE12-B4E7-4725-911A-60ACD0AF5AF1}" srcOrd="1" destOrd="0" parTransId="{C90D33A6-CC6B-4276-AA2A-D673C0718B8F}" sibTransId="{01FE7A3C-650D-4352-9BA1-9F473BDF10DD}"/>
    <dgm:cxn modelId="{9F30C5F0-B8E9-4D67-A71A-0FAA24274990}" srcId="{39118D77-AB66-49CE-9031-05BDFDB0B8BE}" destId="{D5436006-0D4E-451D-BEC0-B69851072D7D}" srcOrd="4" destOrd="0" parTransId="{79B3E1BD-F622-43B2-980F-82560794A05E}" sibTransId="{634298D5-0D2D-4BC7-94BA-6F06442CD0A0}"/>
    <dgm:cxn modelId="{5945AD36-BAFE-4668-9F04-EDD686DC304A}" type="presParOf" srcId="{6CD350C1-ED00-4906-BCF7-6E39459085C3}" destId="{CFDB1E3E-649F-44F6-B5A5-60BE5A41362D}" srcOrd="0" destOrd="0" presId="urn:microsoft.com/office/officeart/2009/3/layout/StepUpProcess"/>
    <dgm:cxn modelId="{F606DAEA-6FB1-47D5-B9B0-5F07B38E4CB5}" type="presParOf" srcId="{CFDB1E3E-649F-44F6-B5A5-60BE5A41362D}" destId="{D8A80ED8-99FE-4821-8F2A-F01D2B39A591}" srcOrd="0" destOrd="0" presId="urn:microsoft.com/office/officeart/2009/3/layout/StepUpProcess"/>
    <dgm:cxn modelId="{8CC01566-582E-447A-BAFE-15920E912BA5}" type="presParOf" srcId="{CFDB1E3E-649F-44F6-B5A5-60BE5A41362D}" destId="{A8C1D97F-FE05-48B2-B002-486783A3B05A}" srcOrd="1" destOrd="0" presId="urn:microsoft.com/office/officeart/2009/3/layout/StepUpProcess"/>
    <dgm:cxn modelId="{E5EBA874-F34C-4631-90E7-6271457A61EA}" type="presParOf" srcId="{CFDB1E3E-649F-44F6-B5A5-60BE5A41362D}" destId="{B54B711B-68AB-4E66-9374-A3136E61AF9E}" srcOrd="2" destOrd="0" presId="urn:microsoft.com/office/officeart/2009/3/layout/StepUpProcess"/>
    <dgm:cxn modelId="{B550A5AF-8DD0-4F24-8BCA-9C38D8635FA8}" type="presParOf" srcId="{6CD350C1-ED00-4906-BCF7-6E39459085C3}" destId="{91BB6FCC-57BB-4E71-912D-2A88E503E6C8}" srcOrd="1" destOrd="0" presId="urn:microsoft.com/office/officeart/2009/3/layout/StepUpProcess"/>
    <dgm:cxn modelId="{18228F7D-7AB9-468D-BFD2-DC0AAFAF621F}" type="presParOf" srcId="{91BB6FCC-57BB-4E71-912D-2A88E503E6C8}" destId="{421AFA59-B931-4805-A917-6581EB54B56B}" srcOrd="0" destOrd="0" presId="urn:microsoft.com/office/officeart/2009/3/layout/StepUpProcess"/>
    <dgm:cxn modelId="{F42B2F09-E471-461B-AFE7-4443CF25C45F}" type="presParOf" srcId="{6CD350C1-ED00-4906-BCF7-6E39459085C3}" destId="{3F9A10E9-7D1B-49E9-86F1-B52F00DAFA9C}" srcOrd="2" destOrd="0" presId="urn:microsoft.com/office/officeart/2009/3/layout/StepUpProcess"/>
    <dgm:cxn modelId="{A49ACF4F-11FC-456A-9E51-4A370CD0064C}" type="presParOf" srcId="{3F9A10E9-7D1B-49E9-86F1-B52F00DAFA9C}" destId="{B9AA034E-FD7C-4BAF-B0A8-02BB2941266F}" srcOrd="0" destOrd="0" presId="urn:microsoft.com/office/officeart/2009/3/layout/StepUpProcess"/>
    <dgm:cxn modelId="{154EB97D-D5D3-488A-946B-0E781FC7AA58}" type="presParOf" srcId="{3F9A10E9-7D1B-49E9-86F1-B52F00DAFA9C}" destId="{C162C45D-D3A1-4650-A7F0-C12334D304F3}" srcOrd="1" destOrd="0" presId="urn:microsoft.com/office/officeart/2009/3/layout/StepUpProcess"/>
    <dgm:cxn modelId="{7F12F535-C129-47D1-9D28-B57CC0A3619F}" type="presParOf" srcId="{3F9A10E9-7D1B-49E9-86F1-B52F00DAFA9C}" destId="{A0A5E766-8F7A-4BFC-B66D-0F412E3803F1}" srcOrd="2" destOrd="0" presId="urn:microsoft.com/office/officeart/2009/3/layout/StepUpProcess"/>
    <dgm:cxn modelId="{79E68825-1C04-413B-85B5-443D88867681}" type="presParOf" srcId="{6CD350C1-ED00-4906-BCF7-6E39459085C3}" destId="{6B59D056-F123-46C0-8F96-657E66471817}" srcOrd="3" destOrd="0" presId="urn:microsoft.com/office/officeart/2009/3/layout/StepUpProcess"/>
    <dgm:cxn modelId="{2B14E62A-0D53-46C4-82E4-EFE87A0D86C9}" type="presParOf" srcId="{6B59D056-F123-46C0-8F96-657E66471817}" destId="{B2BA4C76-AF24-49B4-AF91-7DFB44DB0EEE}" srcOrd="0" destOrd="0" presId="urn:microsoft.com/office/officeart/2009/3/layout/StepUpProcess"/>
    <dgm:cxn modelId="{F643C878-4476-44CC-B56F-092291BEBC92}" type="presParOf" srcId="{6CD350C1-ED00-4906-BCF7-6E39459085C3}" destId="{427645FF-7C43-484A-8D43-7E881891F9B1}" srcOrd="4" destOrd="0" presId="urn:microsoft.com/office/officeart/2009/3/layout/StepUpProcess"/>
    <dgm:cxn modelId="{72109C48-C936-448B-B51B-AD71B2A1CA05}" type="presParOf" srcId="{427645FF-7C43-484A-8D43-7E881891F9B1}" destId="{241839D2-A5D1-4E1B-AE4F-48599E60C0DD}" srcOrd="0" destOrd="0" presId="urn:microsoft.com/office/officeart/2009/3/layout/StepUpProcess"/>
    <dgm:cxn modelId="{75D419A8-A20E-4E78-9696-9ED4FC42BB82}" type="presParOf" srcId="{427645FF-7C43-484A-8D43-7E881891F9B1}" destId="{C31D1327-1B0A-4495-9E5A-8CEC15ABC1A8}" srcOrd="1" destOrd="0" presId="urn:microsoft.com/office/officeart/2009/3/layout/StepUpProcess"/>
    <dgm:cxn modelId="{6AE7541A-E9F4-4038-A0C8-1A792311D7F8}" type="presParOf" srcId="{427645FF-7C43-484A-8D43-7E881891F9B1}" destId="{4AD07B30-746B-4C5D-8C81-976A94C317B3}" srcOrd="2" destOrd="0" presId="urn:microsoft.com/office/officeart/2009/3/layout/StepUpProcess"/>
    <dgm:cxn modelId="{0C0F32E8-4557-4DD0-9F61-E3A51EA16696}" type="presParOf" srcId="{6CD350C1-ED00-4906-BCF7-6E39459085C3}" destId="{B3D27C62-8F14-4D95-BC4C-E77DA8D001BD}" srcOrd="5" destOrd="0" presId="urn:microsoft.com/office/officeart/2009/3/layout/StepUpProcess"/>
    <dgm:cxn modelId="{92BB7428-17BB-4B55-A786-BA589EC581EE}" type="presParOf" srcId="{B3D27C62-8F14-4D95-BC4C-E77DA8D001BD}" destId="{DEAEAD6D-7041-4576-81E5-7EE0B986265A}" srcOrd="0" destOrd="0" presId="urn:microsoft.com/office/officeart/2009/3/layout/StepUpProcess"/>
    <dgm:cxn modelId="{E8F962C3-77F1-46E6-90E7-368B55775445}" type="presParOf" srcId="{6CD350C1-ED00-4906-BCF7-6E39459085C3}" destId="{E7997931-E026-4F4F-911B-83D03A8B7D75}" srcOrd="6" destOrd="0" presId="urn:microsoft.com/office/officeart/2009/3/layout/StepUpProcess"/>
    <dgm:cxn modelId="{64A5C48F-249C-4835-8BA3-D189ACF7A146}" type="presParOf" srcId="{E7997931-E026-4F4F-911B-83D03A8B7D75}" destId="{ADA8A243-BC58-4128-BCE4-1582E315396F}" srcOrd="0" destOrd="0" presId="urn:microsoft.com/office/officeart/2009/3/layout/StepUpProcess"/>
    <dgm:cxn modelId="{9E61A74D-C66F-42F2-8B5D-50033768288D}" type="presParOf" srcId="{E7997931-E026-4F4F-911B-83D03A8B7D75}" destId="{ED8E908E-E1BD-4184-9156-3C978B832F57}" srcOrd="1" destOrd="0" presId="urn:microsoft.com/office/officeart/2009/3/layout/StepUpProcess"/>
    <dgm:cxn modelId="{43487A50-8457-4441-8498-B8C8A3412B29}" type="presParOf" srcId="{E7997931-E026-4F4F-911B-83D03A8B7D75}" destId="{F9C801BA-5996-4230-9DAC-2B83BD26C2D7}" srcOrd="2" destOrd="0" presId="urn:microsoft.com/office/officeart/2009/3/layout/StepUpProcess"/>
    <dgm:cxn modelId="{8D8E76A6-C09F-4C09-AFA6-F09D62FA9AA9}" type="presParOf" srcId="{6CD350C1-ED00-4906-BCF7-6E39459085C3}" destId="{EF1B04FF-42B4-435E-BCE2-4DBA7DFBB9AE}" srcOrd="7" destOrd="0" presId="urn:microsoft.com/office/officeart/2009/3/layout/StepUpProcess"/>
    <dgm:cxn modelId="{16E7D355-4D7A-4101-8D87-6A6A5269B1C4}" type="presParOf" srcId="{EF1B04FF-42B4-435E-BCE2-4DBA7DFBB9AE}" destId="{2B00CD38-4631-42E7-A8D7-FB2A774CFE80}" srcOrd="0" destOrd="0" presId="urn:microsoft.com/office/officeart/2009/3/layout/StepUpProcess"/>
    <dgm:cxn modelId="{DC75D95A-5FC4-4F1B-A5ED-E67BFFB3B161}" type="presParOf" srcId="{6CD350C1-ED00-4906-BCF7-6E39459085C3}" destId="{0A6208EE-3BE5-4D77-BA00-0C7ED8220F29}" srcOrd="8" destOrd="0" presId="urn:microsoft.com/office/officeart/2009/3/layout/StepUpProcess"/>
    <dgm:cxn modelId="{9A4AA56A-E5B2-4B91-B2A4-1A1FE97EC400}" type="presParOf" srcId="{0A6208EE-3BE5-4D77-BA00-0C7ED8220F29}" destId="{AA0CD574-97B1-49D4-8595-41A81A3284F9}" srcOrd="0" destOrd="0" presId="urn:microsoft.com/office/officeart/2009/3/layout/StepUpProcess"/>
    <dgm:cxn modelId="{CD9AEDF7-6AFB-47DA-B59E-6088CCD6D239}" type="presParOf" srcId="{0A6208EE-3BE5-4D77-BA00-0C7ED8220F29}" destId="{8563B299-3851-40D4-8B12-4C836325E3F5}" srcOrd="1" destOrd="0" presId="urn:microsoft.com/office/officeart/2009/3/layout/StepUpProcess"/>
    <dgm:cxn modelId="{DCDC6AF9-BE91-47F1-8987-45A4C05722FB}" type="presParOf" srcId="{0A6208EE-3BE5-4D77-BA00-0C7ED8220F29}" destId="{A8BEB941-7D71-4BDE-ADCE-DE34F3A81995}" srcOrd="2" destOrd="0" presId="urn:microsoft.com/office/officeart/2009/3/layout/StepUpProcess"/>
    <dgm:cxn modelId="{FD1CFAA0-FE98-42F4-A3CE-CA891015BEFD}" type="presParOf" srcId="{6CD350C1-ED00-4906-BCF7-6E39459085C3}" destId="{34425C7D-EC33-414D-85C4-933C96710FE5}" srcOrd="9" destOrd="0" presId="urn:microsoft.com/office/officeart/2009/3/layout/StepUpProcess"/>
    <dgm:cxn modelId="{ABDEA8A8-4AA0-4FFC-919F-0669DC11ECDE}" type="presParOf" srcId="{34425C7D-EC33-414D-85C4-933C96710FE5}" destId="{01596A0C-4A5F-4C88-8C1D-7CDB1C425204}" srcOrd="0" destOrd="0" presId="urn:microsoft.com/office/officeart/2009/3/layout/StepUpProcess"/>
    <dgm:cxn modelId="{366B8E61-B4CC-4BAE-8AA2-FA1085327009}" type="presParOf" srcId="{6CD350C1-ED00-4906-BCF7-6E39459085C3}" destId="{08EE57D6-0B03-4A49-80B9-352DA01BF173}" srcOrd="10" destOrd="0" presId="urn:microsoft.com/office/officeart/2009/3/layout/StepUpProcess"/>
    <dgm:cxn modelId="{4D8386FC-89C8-434D-B083-B4A3901E356D}" type="presParOf" srcId="{08EE57D6-0B03-4A49-80B9-352DA01BF173}" destId="{6A22EB8B-B7A3-4A54-AAEE-10EAFCA66FAB}" srcOrd="0" destOrd="0" presId="urn:microsoft.com/office/officeart/2009/3/layout/StepUpProcess"/>
    <dgm:cxn modelId="{F6CD325C-1CA3-45E6-A792-35E8993FE9E1}" type="presParOf" srcId="{08EE57D6-0B03-4A49-80B9-352DA01BF173}" destId="{AA620D1B-9843-47B8-A62B-82971A34F5EC}"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A80ED8-99FE-4821-8F2A-F01D2B39A591}">
      <dsp:nvSpPr>
        <dsp:cNvPr id="0" name=""/>
        <dsp:cNvSpPr/>
      </dsp:nvSpPr>
      <dsp:spPr>
        <a:xfrm rot="5400000">
          <a:off x="303522" y="1829848"/>
          <a:ext cx="911790" cy="1517199"/>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C1D97F-FE05-48B2-B002-486783A3B05A}">
      <dsp:nvSpPr>
        <dsp:cNvPr id="0" name=""/>
        <dsp:cNvSpPr/>
      </dsp:nvSpPr>
      <dsp:spPr>
        <a:xfrm>
          <a:off x="151321" y="2283164"/>
          <a:ext cx="1369736" cy="1200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AI Studio</a:t>
          </a:r>
        </a:p>
      </dsp:txBody>
      <dsp:txXfrm>
        <a:off x="151321" y="2283164"/>
        <a:ext cx="1369736" cy="1200654"/>
      </dsp:txXfrm>
    </dsp:sp>
    <dsp:sp modelId="{B54B711B-68AB-4E66-9374-A3136E61AF9E}">
      <dsp:nvSpPr>
        <dsp:cNvPr id="0" name=""/>
        <dsp:cNvSpPr/>
      </dsp:nvSpPr>
      <dsp:spPr>
        <a:xfrm>
          <a:off x="1262617" y="1718150"/>
          <a:ext cx="258440" cy="258440"/>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AA034E-FD7C-4BAF-B0A8-02BB2941266F}">
      <dsp:nvSpPr>
        <dsp:cNvPr id="0" name=""/>
        <dsp:cNvSpPr/>
      </dsp:nvSpPr>
      <dsp:spPr>
        <a:xfrm rot="5400000">
          <a:off x="1980347" y="1414916"/>
          <a:ext cx="911790" cy="1517199"/>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62C45D-D3A1-4650-A7F0-C12334D304F3}">
      <dsp:nvSpPr>
        <dsp:cNvPr id="0" name=""/>
        <dsp:cNvSpPr/>
      </dsp:nvSpPr>
      <dsp:spPr>
        <a:xfrm>
          <a:off x="1828146" y="1868232"/>
          <a:ext cx="1369736" cy="1200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EVA</a:t>
          </a:r>
        </a:p>
      </dsp:txBody>
      <dsp:txXfrm>
        <a:off x="1828146" y="1868232"/>
        <a:ext cx="1369736" cy="1200654"/>
      </dsp:txXfrm>
    </dsp:sp>
    <dsp:sp modelId="{A0A5E766-8F7A-4BFC-B66D-0F412E3803F1}">
      <dsp:nvSpPr>
        <dsp:cNvPr id="0" name=""/>
        <dsp:cNvSpPr/>
      </dsp:nvSpPr>
      <dsp:spPr>
        <a:xfrm>
          <a:off x="2939441" y="1303218"/>
          <a:ext cx="258440" cy="258440"/>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1839D2-A5D1-4E1B-AE4F-48599E60C0DD}">
      <dsp:nvSpPr>
        <dsp:cNvPr id="0" name=""/>
        <dsp:cNvSpPr/>
      </dsp:nvSpPr>
      <dsp:spPr>
        <a:xfrm rot="5400000">
          <a:off x="3657171" y="999984"/>
          <a:ext cx="911790" cy="1517199"/>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1D1327-1B0A-4495-9E5A-8CEC15ABC1A8}">
      <dsp:nvSpPr>
        <dsp:cNvPr id="0" name=""/>
        <dsp:cNvSpPr/>
      </dsp:nvSpPr>
      <dsp:spPr>
        <a:xfrm>
          <a:off x="3504971" y="1453300"/>
          <a:ext cx="1369736" cy="1200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EMI</a:t>
          </a:r>
        </a:p>
      </dsp:txBody>
      <dsp:txXfrm>
        <a:off x="3504971" y="1453300"/>
        <a:ext cx="1369736" cy="1200654"/>
      </dsp:txXfrm>
    </dsp:sp>
    <dsp:sp modelId="{4AD07B30-746B-4C5D-8C81-976A94C317B3}">
      <dsp:nvSpPr>
        <dsp:cNvPr id="0" name=""/>
        <dsp:cNvSpPr/>
      </dsp:nvSpPr>
      <dsp:spPr>
        <a:xfrm>
          <a:off x="4616266" y="888286"/>
          <a:ext cx="258440" cy="258440"/>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8A243-BC58-4128-BCE4-1582E315396F}">
      <dsp:nvSpPr>
        <dsp:cNvPr id="0" name=""/>
        <dsp:cNvSpPr/>
      </dsp:nvSpPr>
      <dsp:spPr>
        <a:xfrm rot="5400000">
          <a:off x="5333996" y="585052"/>
          <a:ext cx="911790" cy="1517199"/>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8E908E-E1BD-4184-9156-3C978B832F57}">
      <dsp:nvSpPr>
        <dsp:cNvPr id="0" name=""/>
        <dsp:cNvSpPr/>
      </dsp:nvSpPr>
      <dsp:spPr>
        <a:xfrm>
          <a:off x="5181796" y="1038368"/>
          <a:ext cx="1369736" cy="1200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Docket </a:t>
          </a:r>
          <a:br>
            <a:rPr lang="en-US" sz="1800" b="1" kern="1200" dirty="0"/>
          </a:br>
          <a:r>
            <a:rPr lang="en-US" sz="1800" b="1" kern="1200" dirty="0"/>
            <a:t>Code Search</a:t>
          </a:r>
        </a:p>
      </dsp:txBody>
      <dsp:txXfrm>
        <a:off x="5181796" y="1038368"/>
        <a:ext cx="1369736" cy="1200654"/>
      </dsp:txXfrm>
    </dsp:sp>
    <dsp:sp modelId="{F9C801BA-5996-4230-9DAC-2B83BD26C2D7}">
      <dsp:nvSpPr>
        <dsp:cNvPr id="0" name=""/>
        <dsp:cNvSpPr/>
      </dsp:nvSpPr>
      <dsp:spPr>
        <a:xfrm>
          <a:off x="6293091" y="473354"/>
          <a:ext cx="258440" cy="258440"/>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0CD574-97B1-49D4-8595-41A81A3284F9}">
      <dsp:nvSpPr>
        <dsp:cNvPr id="0" name=""/>
        <dsp:cNvSpPr/>
      </dsp:nvSpPr>
      <dsp:spPr>
        <a:xfrm rot="5400000">
          <a:off x="7010821" y="170120"/>
          <a:ext cx="911790" cy="1517199"/>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63B299-3851-40D4-8B12-4C836325E3F5}">
      <dsp:nvSpPr>
        <dsp:cNvPr id="0" name=""/>
        <dsp:cNvSpPr/>
      </dsp:nvSpPr>
      <dsp:spPr>
        <a:xfrm>
          <a:off x="6858620" y="623436"/>
          <a:ext cx="1369736" cy="1200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Specialized Reviewer</a:t>
          </a:r>
        </a:p>
      </dsp:txBody>
      <dsp:txXfrm>
        <a:off x="6858620" y="623436"/>
        <a:ext cx="1369736" cy="1200654"/>
      </dsp:txXfrm>
    </dsp:sp>
    <dsp:sp modelId="{A8BEB941-7D71-4BDE-ADCE-DE34F3A81995}">
      <dsp:nvSpPr>
        <dsp:cNvPr id="0" name=""/>
        <dsp:cNvSpPr/>
      </dsp:nvSpPr>
      <dsp:spPr>
        <a:xfrm>
          <a:off x="7969916" y="58422"/>
          <a:ext cx="258440" cy="258440"/>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22EB8B-B7A3-4A54-AAEE-10EAFCA66FAB}">
      <dsp:nvSpPr>
        <dsp:cNvPr id="0" name=""/>
        <dsp:cNvSpPr/>
      </dsp:nvSpPr>
      <dsp:spPr>
        <a:xfrm rot="5400000">
          <a:off x="8687646" y="-244811"/>
          <a:ext cx="911790" cy="1517199"/>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620D1B-9843-47B8-A62B-82971A34F5EC}">
      <dsp:nvSpPr>
        <dsp:cNvPr id="0" name=""/>
        <dsp:cNvSpPr/>
      </dsp:nvSpPr>
      <dsp:spPr>
        <a:xfrm>
          <a:off x="8535445" y="208504"/>
          <a:ext cx="1369736" cy="1200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Rule Engine Evaluator</a:t>
          </a:r>
        </a:p>
      </dsp:txBody>
      <dsp:txXfrm>
        <a:off x="8535445" y="208504"/>
        <a:ext cx="1369736" cy="1200654"/>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5BA86-70E8-4B3D-B4C9-C7AF21C76447}"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BCE09B-77AE-4440-8960-EF5AE2380ED8}" type="slidenum">
              <a:rPr lang="en-US" smtClean="0"/>
              <a:t>‹#›</a:t>
            </a:fld>
            <a:endParaRPr lang="en-US"/>
          </a:p>
        </p:txBody>
      </p:sp>
    </p:spTree>
    <p:extLst>
      <p:ext uri="{BB962C8B-B14F-4D97-AF65-F5344CB8AC3E}">
        <p14:creationId xmlns:p14="http://schemas.microsoft.com/office/powerpoint/2010/main" val="793213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16B42-6CE4-B0FA-F1CA-F06F3104D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63A3B-15B2-4868-95B7-23568E3C4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6775B-2EB9-A86B-FF1C-BDFEC8556AD6}"/>
              </a:ext>
            </a:extLst>
          </p:cNvPr>
          <p:cNvSpPr>
            <a:spLocks noGrp="1"/>
          </p:cNvSpPr>
          <p:nvPr>
            <p:ph type="body" idx="1"/>
          </p:nvPr>
        </p:nvSpPr>
        <p:spPr/>
        <p:txBody>
          <a:bodyPr/>
          <a:lstStyle/>
          <a:p>
            <a:r>
              <a:rPr lang="en-US" dirty="0"/>
              <a:t>Want to show </a:t>
            </a:r>
            <a:r>
              <a:rPr lang="en-US" dirty="0" err="1"/>
              <a:t>eva</a:t>
            </a:r>
            <a:r>
              <a:rPr lang="en-US" dirty="0"/>
              <a:t> and why naïve rag doesn’t work here. You need to iterate over entire context.</a:t>
            </a:r>
          </a:p>
        </p:txBody>
      </p:sp>
      <p:sp>
        <p:nvSpPr>
          <p:cNvPr id="4" name="Slide Number Placeholder 3">
            <a:extLst>
              <a:ext uri="{FF2B5EF4-FFF2-40B4-BE49-F238E27FC236}">
                <a16:creationId xmlns:a16="http://schemas.microsoft.com/office/drawing/2014/main" id="{6FF8CF57-4B99-1738-3CE0-F0B283B2A0E0}"/>
              </a:ext>
            </a:extLst>
          </p:cNvPr>
          <p:cNvSpPr>
            <a:spLocks noGrp="1"/>
          </p:cNvSpPr>
          <p:nvPr>
            <p:ph type="sldNum" sz="quarter" idx="5"/>
          </p:nvPr>
        </p:nvSpPr>
        <p:spPr/>
        <p:txBody>
          <a:bodyPr/>
          <a:lstStyle/>
          <a:p>
            <a:fld id="{B7BCE09B-77AE-4440-8960-EF5AE2380ED8}" type="slidenum">
              <a:rPr lang="en-US" smtClean="0"/>
              <a:t>10</a:t>
            </a:fld>
            <a:endParaRPr lang="en-US"/>
          </a:p>
        </p:txBody>
      </p:sp>
    </p:spTree>
    <p:extLst>
      <p:ext uri="{BB962C8B-B14F-4D97-AF65-F5344CB8AC3E}">
        <p14:creationId xmlns:p14="http://schemas.microsoft.com/office/powerpoint/2010/main" val="415121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E6811-F804-122C-5819-5A35B036C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5CBC9-9D02-9BE4-DF86-75C7AEC11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BC3F9-7BCA-7EEC-653E-7183DDA752CA}"/>
              </a:ext>
            </a:extLst>
          </p:cNvPr>
          <p:cNvSpPr>
            <a:spLocks noGrp="1"/>
          </p:cNvSpPr>
          <p:nvPr>
            <p:ph type="body" idx="1"/>
          </p:nvPr>
        </p:nvSpPr>
        <p:spPr/>
        <p:txBody>
          <a:bodyPr/>
          <a:lstStyle/>
          <a:p>
            <a:r>
              <a:rPr lang="en-US" dirty="0"/>
              <a:t>Want to show </a:t>
            </a:r>
            <a:r>
              <a:rPr lang="en-US" dirty="0" err="1"/>
              <a:t>eva</a:t>
            </a:r>
            <a:r>
              <a:rPr lang="en-US" dirty="0"/>
              <a:t> and why naïve rag doesn’t work here. You need to iterate over entire context.</a:t>
            </a:r>
          </a:p>
        </p:txBody>
      </p:sp>
      <p:sp>
        <p:nvSpPr>
          <p:cNvPr id="4" name="Slide Number Placeholder 3">
            <a:extLst>
              <a:ext uri="{FF2B5EF4-FFF2-40B4-BE49-F238E27FC236}">
                <a16:creationId xmlns:a16="http://schemas.microsoft.com/office/drawing/2014/main" id="{9CC2E315-1B2B-2139-8DE8-8CD8AF47C761}"/>
              </a:ext>
            </a:extLst>
          </p:cNvPr>
          <p:cNvSpPr>
            <a:spLocks noGrp="1"/>
          </p:cNvSpPr>
          <p:nvPr>
            <p:ph type="sldNum" sz="quarter" idx="5"/>
          </p:nvPr>
        </p:nvSpPr>
        <p:spPr/>
        <p:txBody>
          <a:bodyPr/>
          <a:lstStyle/>
          <a:p>
            <a:fld id="{B7BCE09B-77AE-4440-8960-EF5AE2380ED8}" type="slidenum">
              <a:rPr lang="en-US" smtClean="0"/>
              <a:t>11</a:t>
            </a:fld>
            <a:endParaRPr lang="en-US"/>
          </a:p>
        </p:txBody>
      </p:sp>
    </p:spTree>
    <p:extLst>
      <p:ext uri="{BB962C8B-B14F-4D97-AF65-F5344CB8AC3E}">
        <p14:creationId xmlns:p14="http://schemas.microsoft.com/office/powerpoint/2010/main" val="3291457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Want to show </a:t>
            </a:r>
            <a:r>
              <a:rPr lang="en-US" dirty="0" err="1"/>
              <a:t>eva</a:t>
            </a:r>
            <a:r>
              <a:rPr lang="en-US" dirty="0"/>
              <a:t> and why naïve rag doesn’t work here. You need to iterate over entire context.</a:t>
            </a:r>
          </a:p>
        </p:txBody>
      </p:sp>
      <p:sp>
        <p:nvSpPr>
          <p:cNvPr id="4" name="Slide Number Placeholder 3"/>
          <p:cNvSpPr>
            <a:spLocks noGrp="1"/>
          </p:cNvSpPr>
          <p:nvPr>
            <p:ph type="sldNum" sz="quarter" idx="5"/>
          </p:nvPr>
        </p:nvSpPr>
        <p:spPr/>
        <p:txBody>
          <a:bodyPr/>
          <a:lstStyle/>
          <a:p>
            <a:fld id="{B7BCE09B-77AE-4440-8960-EF5AE2380ED8}" type="slidenum">
              <a:rPr lang="en-US" smtClean="0"/>
              <a:t>12</a:t>
            </a:fld>
            <a:endParaRPr lang="en-US"/>
          </a:p>
        </p:txBody>
      </p:sp>
    </p:spTree>
    <p:extLst>
      <p:ext uri="{BB962C8B-B14F-4D97-AF65-F5344CB8AC3E}">
        <p14:creationId xmlns:p14="http://schemas.microsoft.com/office/powerpoint/2010/main" val="1398297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9A657-9012-4AC7-AFAF-7C7F81C0B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8B56B-150B-D37A-D606-D23395673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C72A5-400F-804B-7DB9-B05D292CC150}"/>
              </a:ext>
            </a:extLst>
          </p:cNvPr>
          <p:cNvSpPr>
            <a:spLocks noGrp="1"/>
          </p:cNvSpPr>
          <p:nvPr>
            <p:ph type="body" idx="1"/>
          </p:nvPr>
        </p:nvSpPr>
        <p:spPr/>
        <p:txBody>
          <a:bodyPr/>
          <a:lstStyle/>
          <a:p>
            <a:r>
              <a:rPr lang="en-US" dirty="0"/>
              <a:t>Want to show </a:t>
            </a:r>
            <a:r>
              <a:rPr lang="en-US" dirty="0" err="1"/>
              <a:t>eva</a:t>
            </a:r>
            <a:r>
              <a:rPr lang="en-US" dirty="0"/>
              <a:t> and why naïve rag doesn’t work here. You need to iterate over entire context.</a:t>
            </a:r>
          </a:p>
        </p:txBody>
      </p:sp>
      <p:sp>
        <p:nvSpPr>
          <p:cNvPr id="4" name="Slide Number Placeholder 3">
            <a:extLst>
              <a:ext uri="{FF2B5EF4-FFF2-40B4-BE49-F238E27FC236}">
                <a16:creationId xmlns:a16="http://schemas.microsoft.com/office/drawing/2014/main" id="{57EDF852-C7B2-7EAC-B5A4-CDA5A5AE6453}"/>
              </a:ext>
            </a:extLst>
          </p:cNvPr>
          <p:cNvSpPr>
            <a:spLocks noGrp="1"/>
          </p:cNvSpPr>
          <p:nvPr>
            <p:ph type="sldNum" sz="quarter" idx="5"/>
          </p:nvPr>
        </p:nvSpPr>
        <p:spPr/>
        <p:txBody>
          <a:bodyPr/>
          <a:lstStyle/>
          <a:p>
            <a:fld id="{B7BCE09B-77AE-4440-8960-EF5AE2380ED8}" type="slidenum">
              <a:rPr lang="en-US" smtClean="0"/>
              <a:t>13</a:t>
            </a:fld>
            <a:endParaRPr lang="en-US"/>
          </a:p>
        </p:txBody>
      </p:sp>
    </p:spTree>
    <p:extLst>
      <p:ext uri="{BB962C8B-B14F-4D97-AF65-F5344CB8AC3E}">
        <p14:creationId xmlns:p14="http://schemas.microsoft.com/office/powerpoint/2010/main" val="3568199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CED34-A8D5-B192-00B3-035D4AEF5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5C74C-1298-1C43-40E9-FBDBA19C7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5534F-BCE1-897A-C6EA-852100F6475A}"/>
              </a:ext>
            </a:extLst>
          </p:cNvPr>
          <p:cNvSpPr>
            <a:spLocks noGrp="1"/>
          </p:cNvSpPr>
          <p:nvPr>
            <p:ph type="body" idx="1"/>
          </p:nvPr>
        </p:nvSpPr>
        <p:spPr/>
        <p:txBody>
          <a:bodyPr/>
          <a:lstStyle/>
          <a:p>
            <a:r>
              <a:rPr lang="en-US" dirty="0"/>
              <a:t>Want to show </a:t>
            </a:r>
            <a:r>
              <a:rPr lang="en-US" dirty="0" err="1"/>
              <a:t>eva</a:t>
            </a:r>
            <a:r>
              <a:rPr lang="en-US" dirty="0"/>
              <a:t> and why naïve rag doesn’t work here. You need to iterate over entire context.</a:t>
            </a:r>
          </a:p>
        </p:txBody>
      </p:sp>
      <p:sp>
        <p:nvSpPr>
          <p:cNvPr id="4" name="Slide Number Placeholder 3">
            <a:extLst>
              <a:ext uri="{FF2B5EF4-FFF2-40B4-BE49-F238E27FC236}">
                <a16:creationId xmlns:a16="http://schemas.microsoft.com/office/drawing/2014/main" id="{23E89D48-BE3C-3571-9EEF-54A6CAC6C32A}"/>
              </a:ext>
            </a:extLst>
          </p:cNvPr>
          <p:cNvSpPr>
            <a:spLocks noGrp="1"/>
          </p:cNvSpPr>
          <p:nvPr>
            <p:ph type="sldNum" sz="quarter" idx="5"/>
          </p:nvPr>
        </p:nvSpPr>
        <p:spPr/>
        <p:txBody>
          <a:bodyPr/>
          <a:lstStyle/>
          <a:p>
            <a:fld id="{B7BCE09B-77AE-4440-8960-EF5AE2380ED8}" type="slidenum">
              <a:rPr lang="en-US" smtClean="0"/>
              <a:t>14</a:t>
            </a:fld>
            <a:endParaRPr lang="en-US"/>
          </a:p>
        </p:txBody>
      </p:sp>
    </p:spTree>
    <p:extLst>
      <p:ext uri="{BB962C8B-B14F-4D97-AF65-F5344CB8AC3E}">
        <p14:creationId xmlns:p14="http://schemas.microsoft.com/office/powerpoint/2010/main" val="109161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2B59C-E678-BD08-0991-D65708DD6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1528A-1745-6C52-B837-421DD4A4F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8AF5A0-EFB8-B8A2-D30D-D3A4C290723C}"/>
              </a:ext>
            </a:extLst>
          </p:cNvPr>
          <p:cNvSpPr>
            <a:spLocks noGrp="1"/>
          </p:cNvSpPr>
          <p:nvPr>
            <p:ph type="body" idx="1"/>
          </p:nvPr>
        </p:nvSpPr>
        <p:spPr/>
        <p:txBody>
          <a:bodyPr/>
          <a:lstStyle/>
          <a:p>
            <a:r>
              <a:rPr lang="en-US" dirty="0"/>
              <a:t>Want to show </a:t>
            </a:r>
            <a:r>
              <a:rPr lang="en-US" dirty="0" err="1"/>
              <a:t>eva</a:t>
            </a:r>
            <a:r>
              <a:rPr lang="en-US" dirty="0"/>
              <a:t> and why naïve rag doesn’t work here. You need to iterate over entire context.</a:t>
            </a:r>
          </a:p>
        </p:txBody>
      </p:sp>
      <p:sp>
        <p:nvSpPr>
          <p:cNvPr id="4" name="Slide Number Placeholder 3">
            <a:extLst>
              <a:ext uri="{FF2B5EF4-FFF2-40B4-BE49-F238E27FC236}">
                <a16:creationId xmlns:a16="http://schemas.microsoft.com/office/drawing/2014/main" id="{D7C995D4-63DB-2744-FCAB-D6B2339A9B36}"/>
              </a:ext>
            </a:extLst>
          </p:cNvPr>
          <p:cNvSpPr>
            <a:spLocks noGrp="1"/>
          </p:cNvSpPr>
          <p:nvPr>
            <p:ph type="sldNum" sz="quarter" idx="5"/>
          </p:nvPr>
        </p:nvSpPr>
        <p:spPr/>
        <p:txBody>
          <a:bodyPr/>
          <a:lstStyle/>
          <a:p>
            <a:fld id="{B7BCE09B-77AE-4440-8960-EF5AE2380ED8}" type="slidenum">
              <a:rPr lang="en-US" smtClean="0"/>
              <a:t>15</a:t>
            </a:fld>
            <a:endParaRPr lang="en-US"/>
          </a:p>
        </p:txBody>
      </p:sp>
    </p:spTree>
    <p:extLst>
      <p:ext uri="{BB962C8B-B14F-4D97-AF65-F5344CB8AC3E}">
        <p14:creationId xmlns:p14="http://schemas.microsoft.com/office/powerpoint/2010/main" val="23279658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46CE7D5-CF57-46EF-B807-FDD0502418D4}" type="datetimeFigureOut">
              <a:rPr lang="en-US" smtClean="0"/>
              <a:t>11/2/2025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630477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62592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71557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33656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3866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23035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78189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58155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61622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56459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98838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03251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75505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6CE7D5-CF57-46EF-B807-FDD0502418D4}"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91881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6CE7D5-CF57-46EF-B807-FDD0502418D4}"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85990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781697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1605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46CE7D5-CF57-46EF-B807-FDD0502418D4}" type="datetimeFigureOut">
              <a:rPr lang="en-US" smtClean="0"/>
              <a:t>11/2/2025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0969364"/>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odelcontextprotocol.io/docs/learn/server-concepts" TargetMode="External"/><Relationship Id="rId2" Type="http://schemas.openxmlformats.org/officeDocument/2006/relationships/hyperlink" Target="https://www.datacamp.com/blog/what-is-retrieval-augmented-generation-ra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7.png"/><Relationship Id="rId5" Type="http://schemas.openxmlformats.org/officeDocument/2006/relationships/diagramColors" Target="../diagrams/colors1.xml"/><Relationship Id="rId10" Type="http://schemas.openxmlformats.org/officeDocument/2006/relationships/image" Target="../media/image6.png"/><Relationship Id="rId4" Type="http://schemas.openxmlformats.org/officeDocument/2006/relationships/diagramQuickStyle" Target="../diagrams/quickStyle1.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Journey at OC courts</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2025.11.12 - Code for Justice Conference</a:t>
            </a:r>
          </a:p>
        </p:txBody>
      </p:sp>
      <p:sp>
        <p:nvSpPr>
          <p:cNvPr id="4" name="Slide Number Placeholder 3">
            <a:extLst>
              <a:ext uri="{FF2B5EF4-FFF2-40B4-BE49-F238E27FC236}">
                <a16:creationId xmlns:a16="http://schemas.microsoft.com/office/drawing/2014/main" id="{34E620BC-2204-378E-CDDA-D5D94218FD7E}"/>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F3D11-8A5F-57F6-A49A-590A39128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0915A-28DD-7A38-5D61-C5FDEF01FE7F}"/>
              </a:ext>
            </a:extLst>
          </p:cNvPr>
          <p:cNvSpPr>
            <a:spLocks noGrp="1"/>
          </p:cNvSpPr>
          <p:nvPr>
            <p:ph type="title"/>
          </p:nvPr>
        </p:nvSpPr>
        <p:spPr>
          <a:xfrm>
            <a:off x="859168" y="618518"/>
            <a:ext cx="10188243" cy="1478570"/>
          </a:xfrm>
        </p:spPr>
        <p:txBody>
          <a:bodyPr/>
          <a:lstStyle/>
          <a:p>
            <a:r>
              <a:rPr lang="en-US" dirty="0"/>
              <a:t>Definitions / terminology</a:t>
            </a:r>
          </a:p>
        </p:txBody>
      </p:sp>
      <p:sp>
        <p:nvSpPr>
          <p:cNvPr id="3" name="Content Placeholder 2">
            <a:extLst>
              <a:ext uri="{FF2B5EF4-FFF2-40B4-BE49-F238E27FC236}">
                <a16:creationId xmlns:a16="http://schemas.microsoft.com/office/drawing/2014/main" id="{844AA68F-9C80-71A9-27F2-C65748DA4621}"/>
              </a:ext>
            </a:extLst>
          </p:cNvPr>
          <p:cNvSpPr>
            <a:spLocks noGrp="1"/>
          </p:cNvSpPr>
          <p:nvPr>
            <p:ph idx="1"/>
          </p:nvPr>
        </p:nvSpPr>
        <p:spPr>
          <a:xfrm>
            <a:off x="1141412" y="2489199"/>
            <a:ext cx="9905999" cy="4123267"/>
          </a:xfrm>
        </p:spPr>
        <p:txBody>
          <a:bodyPr vert="horz" lIns="91440" tIns="45720" rIns="91440" bIns="45720" rtlCol="0" anchor="t">
            <a:normAutofit/>
          </a:bodyPr>
          <a:lstStyle/>
          <a:p>
            <a:r>
              <a:rPr lang="en-US" b="1" dirty="0"/>
              <a:t>RAG</a:t>
            </a:r>
            <a:r>
              <a:rPr lang="en-US" dirty="0"/>
              <a:t> – </a:t>
            </a:r>
            <a:r>
              <a:rPr lang="en-US" i="1" dirty="0"/>
              <a:t>Retrieval Augmented Generation (RAG) is a technique that enhances LLMs by integrating them with external data sources</a:t>
            </a:r>
            <a:r>
              <a:rPr lang="en-US" i="1" baseline="30000" dirty="0"/>
              <a:t>1</a:t>
            </a:r>
            <a:endParaRPr lang="en-US" i="1" dirty="0"/>
          </a:p>
          <a:p>
            <a:r>
              <a:rPr lang="en-US" b="1" dirty="0"/>
              <a:t>MCP Servers</a:t>
            </a:r>
            <a:r>
              <a:rPr lang="en-US" dirty="0"/>
              <a:t> - </a:t>
            </a:r>
            <a:r>
              <a:rPr lang="en-US" i="1" dirty="0"/>
              <a:t>are programs that expose specific capabilities to AI applications through standardized protocol interfaces</a:t>
            </a:r>
            <a:r>
              <a:rPr lang="en-US" i="1" baseline="30000" dirty="0"/>
              <a:t>2</a:t>
            </a:r>
            <a:endParaRPr lang="en-US" i="1" dirty="0"/>
          </a:p>
          <a:p>
            <a:pPr marL="0" indent="0">
              <a:buNone/>
            </a:pPr>
            <a:endParaRPr lang="en-US" dirty="0"/>
          </a:p>
          <a:p>
            <a:pPr marL="0" indent="0">
              <a:buNone/>
            </a:pPr>
            <a:r>
              <a:rPr lang="en-US" i="1" dirty="0"/>
              <a:t>Citations:</a:t>
            </a:r>
          </a:p>
          <a:p>
            <a:pPr marL="0" indent="0">
              <a:buNone/>
            </a:pPr>
            <a:r>
              <a:rPr lang="en-US" sz="1600" i="1" baseline="30000" dirty="0">
                <a:hlinkClick r:id="rId2"/>
              </a:rPr>
              <a:t>1 </a:t>
            </a:r>
            <a:r>
              <a:rPr lang="en-US" sz="1600" i="1" dirty="0">
                <a:hlinkClick r:id="rId2"/>
              </a:rPr>
              <a:t>What is Retrieval Augmented Generation (RAG)? | </a:t>
            </a:r>
            <a:r>
              <a:rPr lang="en-US" sz="1600" i="1" dirty="0" err="1">
                <a:hlinkClick r:id="rId2"/>
              </a:rPr>
              <a:t>DataCamp</a:t>
            </a:r>
            <a:endParaRPr lang="en-US" sz="1600" i="1" baseline="30000" dirty="0">
              <a:hlinkClick r:id="rId3"/>
            </a:endParaRPr>
          </a:p>
          <a:p>
            <a:pPr marL="0" indent="0">
              <a:buNone/>
            </a:pPr>
            <a:r>
              <a:rPr lang="en-US" sz="1600" i="1" baseline="30000" dirty="0">
                <a:hlinkClick r:id="rId3"/>
              </a:rPr>
              <a:t>2 </a:t>
            </a:r>
            <a:r>
              <a:rPr lang="en-US" sz="1600" i="1" dirty="0">
                <a:hlinkClick r:id="rId3"/>
              </a:rPr>
              <a:t>Understanding MCP servers - Model Context Protocol</a:t>
            </a:r>
            <a:endParaRPr lang="en-US" sz="1600" i="1" dirty="0"/>
          </a:p>
          <a:p>
            <a:pPr marL="457200" indent="-457200">
              <a:buAutoNum type="arabicPeriod"/>
            </a:pPr>
            <a:endParaRPr lang="en-US" dirty="0"/>
          </a:p>
          <a:p>
            <a:pPr marL="457200" indent="-457200">
              <a:buAutoNum type="arabicPeriod"/>
            </a:pPr>
            <a:endParaRPr lang="en-US" b="1" dirty="0"/>
          </a:p>
          <a:p>
            <a:endParaRPr lang="en-US" dirty="0"/>
          </a:p>
        </p:txBody>
      </p:sp>
      <p:sp>
        <p:nvSpPr>
          <p:cNvPr id="5" name="Slide Number Placeholder 4">
            <a:extLst>
              <a:ext uri="{FF2B5EF4-FFF2-40B4-BE49-F238E27FC236}">
                <a16:creationId xmlns:a16="http://schemas.microsoft.com/office/drawing/2014/main" id="{AF8A6ADB-6464-8025-C69A-5FCD2F1B1A24}"/>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3646202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41109-685D-6C99-695D-5711C0D21471}"/>
              </a:ext>
            </a:extLst>
          </p:cNvPr>
          <p:cNvSpPr>
            <a:spLocks noGrp="1"/>
          </p:cNvSpPr>
          <p:nvPr>
            <p:ph type="title"/>
          </p:nvPr>
        </p:nvSpPr>
        <p:spPr>
          <a:xfrm>
            <a:off x="859168" y="618518"/>
            <a:ext cx="10188243" cy="1478570"/>
          </a:xfrm>
        </p:spPr>
        <p:txBody>
          <a:bodyPr/>
          <a:lstStyle/>
          <a:p>
            <a:r>
              <a:rPr lang="en-US" dirty="0"/>
              <a:t>Overview of AI Services (Innovations Group)</a:t>
            </a:r>
          </a:p>
        </p:txBody>
      </p:sp>
      <p:sp>
        <p:nvSpPr>
          <p:cNvPr id="5" name="Slide Number Placeholder 4">
            <a:extLst>
              <a:ext uri="{FF2B5EF4-FFF2-40B4-BE49-F238E27FC236}">
                <a16:creationId xmlns:a16="http://schemas.microsoft.com/office/drawing/2014/main" id="{7FCEF0B3-2F96-1818-86BB-A8DCE557D65C}"/>
              </a:ext>
            </a:extLst>
          </p:cNvPr>
          <p:cNvSpPr>
            <a:spLocks noGrp="1"/>
          </p:cNvSpPr>
          <p:nvPr>
            <p:ph type="sldNum" sz="quarter" idx="12"/>
          </p:nvPr>
        </p:nvSpPr>
        <p:spPr/>
        <p:txBody>
          <a:bodyPr/>
          <a:lstStyle/>
          <a:p>
            <a:fld id="{330EA680-D336-4FF7-8B7A-9848BB0A1C32}" type="slidenum">
              <a:rPr lang="en-US" smtClean="0"/>
              <a:t>3</a:t>
            </a:fld>
            <a:endParaRPr lang="en-US"/>
          </a:p>
        </p:txBody>
      </p:sp>
      <p:graphicFrame>
        <p:nvGraphicFramePr>
          <p:cNvPr id="7" name="Content Placeholder 6">
            <a:extLst>
              <a:ext uri="{FF2B5EF4-FFF2-40B4-BE49-F238E27FC236}">
                <a16:creationId xmlns:a16="http://schemas.microsoft.com/office/drawing/2014/main" id="{D3747E08-BA3D-830B-0998-B83B7F7479B9}"/>
              </a:ext>
            </a:extLst>
          </p:cNvPr>
          <p:cNvGraphicFramePr>
            <a:graphicFrameLocks noGrp="1"/>
          </p:cNvGraphicFramePr>
          <p:nvPr>
            <p:ph idx="1"/>
            <p:extLst>
              <p:ext uri="{D42A27DB-BD31-4B8C-83A1-F6EECF244321}">
                <p14:modId xmlns:p14="http://schemas.microsoft.com/office/powerpoint/2010/main" val="2943673637"/>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E49E77DA-6EB2-7956-5580-24DF6CA28ACC}"/>
              </a:ext>
            </a:extLst>
          </p:cNvPr>
          <p:cNvPicPr>
            <a:picLocks noChangeAspect="1"/>
          </p:cNvPicPr>
          <p:nvPr/>
        </p:nvPicPr>
        <p:blipFill>
          <a:blip r:embed="rId7"/>
          <a:stretch>
            <a:fillRect/>
          </a:stretch>
        </p:blipFill>
        <p:spPr>
          <a:xfrm>
            <a:off x="1382815" y="3429000"/>
            <a:ext cx="937073" cy="942153"/>
          </a:xfrm>
          <a:prstGeom prst="rect">
            <a:avLst/>
          </a:prstGeom>
        </p:spPr>
      </p:pic>
      <p:pic>
        <p:nvPicPr>
          <p:cNvPr id="9" name="Picture 8">
            <a:extLst>
              <a:ext uri="{FF2B5EF4-FFF2-40B4-BE49-F238E27FC236}">
                <a16:creationId xmlns:a16="http://schemas.microsoft.com/office/drawing/2014/main" id="{7D46F350-38A3-9BE3-E498-6C873B806D20}"/>
              </a:ext>
            </a:extLst>
          </p:cNvPr>
          <p:cNvPicPr>
            <a:picLocks noChangeAspect="1"/>
          </p:cNvPicPr>
          <p:nvPr/>
        </p:nvPicPr>
        <p:blipFill>
          <a:blip r:embed="rId8"/>
          <a:stretch>
            <a:fillRect/>
          </a:stretch>
        </p:blipFill>
        <p:spPr>
          <a:xfrm>
            <a:off x="3164532" y="3069080"/>
            <a:ext cx="719840" cy="719840"/>
          </a:xfrm>
          <a:prstGeom prst="rect">
            <a:avLst/>
          </a:prstGeom>
        </p:spPr>
      </p:pic>
      <p:pic>
        <p:nvPicPr>
          <p:cNvPr id="1026" name="Picture 2">
            <a:extLst>
              <a:ext uri="{FF2B5EF4-FFF2-40B4-BE49-F238E27FC236}">
                <a16:creationId xmlns:a16="http://schemas.microsoft.com/office/drawing/2014/main" id="{017D37A9-61DC-983B-1125-C55CF6D3EF5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65691" y="1752129"/>
            <a:ext cx="797968" cy="80536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BE6387A-0D3F-3968-8B97-71FB3CEE32EA}"/>
              </a:ext>
            </a:extLst>
          </p:cNvPr>
          <p:cNvSpPr txBox="1"/>
          <p:nvPr/>
        </p:nvSpPr>
        <p:spPr>
          <a:xfrm>
            <a:off x="1297765" y="4959944"/>
            <a:ext cx="150888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Discover </a:t>
            </a:r>
            <a:br>
              <a:rPr lang="en-US" sz="1600" dirty="0"/>
            </a:br>
            <a:r>
              <a:rPr lang="en-US" sz="1600" dirty="0"/>
              <a:t>Use Cases</a:t>
            </a:r>
          </a:p>
          <a:p>
            <a:pPr marL="285750" indent="-285750">
              <a:buFont typeface="Arial" panose="020B0604020202020204" pitchFamily="34" charset="0"/>
              <a:buChar char="•"/>
            </a:pPr>
            <a:r>
              <a:rPr lang="en-US" sz="1600" dirty="0"/>
              <a:t>NAÏVE RAG</a:t>
            </a:r>
          </a:p>
        </p:txBody>
      </p:sp>
      <p:sp>
        <p:nvSpPr>
          <p:cNvPr id="13" name="TextBox 12">
            <a:extLst>
              <a:ext uri="{FF2B5EF4-FFF2-40B4-BE49-F238E27FC236}">
                <a16:creationId xmlns:a16="http://schemas.microsoft.com/office/drawing/2014/main" id="{FE5F0E14-D843-CD0C-07AA-7BB866054882}"/>
              </a:ext>
            </a:extLst>
          </p:cNvPr>
          <p:cNvSpPr txBox="1"/>
          <p:nvPr/>
        </p:nvSpPr>
        <p:spPr>
          <a:xfrm>
            <a:off x="2907965" y="4494412"/>
            <a:ext cx="150888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Document Q&amp;A</a:t>
            </a:r>
          </a:p>
          <a:p>
            <a:pPr marL="285750" indent="-285750">
              <a:buFont typeface="Arial" panose="020B0604020202020204" pitchFamily="34" charset="0"/>
              <a:buChar char="•"/>
            </a:pPr>
            <a:r>
              <a:rPr lang="en-US" dirty="0"/>
              <a:t>Document Re-Ranking</a:t>
            </a:r>
          </a:p>
        </p:txBody>
      </p:sp>
      <p:pic>
        <p:nvPicPr>
          <p:cNvPr id="1028" name="Picture 4">
            <a:extLst>
              <a:ext uri="{FF2B5EF4-FFF2-40B4-BE49-F238E27FC236}">
                <a16:creationId xmlns:a16="http://schemas.microsoft.com/office/drawing/2014/main" id="{9CA717FA-BA2E-A896-9A38-602D8B951FD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39765" y="2495044"/>
            <a:ext cx="498741" cy="4973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58A5B5F-1E03-7B0B-A936-560301E4F4B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08568" y="2793218"/>
            <a:ext cx="704012" cy="63578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F26F3C5-1658-568A-6237-AAC713913E9E}"/>
              </a:ext>
            </a:extLst>
          </p:cNvPr>
          <p:cNvSpPr txBox="1"/>
          <p:nvPr/>
        </p:nvSpPr>
        <p:spPr>
          <a:xfrm>
            <a:off x="4687207" y="4186635"/>
            <a:ext cx="1584358"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Document Q&amp;A</a:t>
            </a:r>
          </a:p>
          <a:p>
            <a:pPr marL="285750" indent="-285750">
              <a:buFont typeface="Arial" panose="020B0604020202020204" pitchFamily="34" charset="0"/>
              <a:buChar char="•"/>
            </a:pPr>
            <a:r>
              <a:rPr lang="en-US" sz="1600" dirty="0"/>
              <a:t>Document </a:t>
            </a:r>
            <a:br>
              <a:rPr lang="en-US" sz="1600" dirty="0"/>
            </a:br>
            <a:r>
              <a:rPr lang="en-US" sz="1600" dirty="0"/>
              <a:t>Re-Ranking</a:t>
            </a:r>
          </a:p>
          <a:p>
            <a:pPr marL="285750" indent="-285750">
              <a:buFont typeface="Arial" panose="020B0604020202020204" pitchFamily="34" charset="0"/>
              <a:buChar char="•"/>
            </a:pPr>
            <a:r>
              <a:rPr lang="en-US" sz="1600" dirty="0"/>
              <a:t>User-Specific Context</a:t>
            </a:r>
          </a:p>
          <a:p>
            <a:pPr marL="285750" indent="-285750">
              <a:buFont typeface="Arial" panose="020B0604020202020204" pitchFamily="34" charset="0"/>
              <a:buChar char="•"/>
            </a:pPr>
            <a:r>
              <a:rPr lang="en-US" sz="1600" b="1" dirty="0"/>
              <a:t>MCP Server</a:t>
            </a:r>
          </a:p>
        </p:txBody>
      </p:sp>
      <p:sp>
        <p:nvSpPr>
          <p:cNvPr id="15" name="TextBox 14">
            <a:extLst>
              <a:ext uri="{FF2B5EF4-FFF2-40B4-BE49-F238E27FC236}">
                <a16:creationId xmlns:a16="http://schemas.microsoft.com/office/drawing/2014/main" id="{477572A7-1A59-E8C5-6D3F-E51E92C04D4D}"/>
              </a:ext>
            </a:extLst>
          </p:cNvPr>
          <p:cNvSpPr txBox="1"/>
          <p:nvPr/>
        </p:nvSpPr>
        <p:spPr>
          <a:xfrm>
            <a:off x="6346327" y="3939556"/>
            <a:ext cx="1699166"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a:t>Agent</a:t>
            </a:r>
          </a:p>
          <a:p>
            <a:pPr marL="285750" indent="-285750">
              <a:buFont typeface="Arial" panose="020B0604020202020204" pitchFamily="34" charset="0"/>
              <a:buChar char="•"/>
            </a:pPr>
            <a:r>
              <a:rPr lang="en-US" sz="1400" dirty="0"/>
              <a:t>Search Tools</a:t>
            </a:r>
          </a:p>
        </p:txBody>
      </p:sp>
    </p:spTree>
    <p:extLst>
      <p:ext uri="{BB962C8B-B14F-4D97-AF65-F5344CB8AC3E}">
        <p14:creationId xmlns:p14="http://schemas.microsoft.com/office/powerpoint/2010/main" val="23788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0DA5E-7717-745E-54D9-CEC52769F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60EB0-40C5-7AF2-5363-C879370657CB}"/>
              </a:ext>
            </a:extLst>
          </p:cNvPr>
          <p:cNvSpPr>
            <a:spLocks noGrp="1"/>
          </p:cNvSpPr>
          <p:nvPr>
            <p:ph type="title"/>
          </p:nvPr>
        </p:nvSpPr>
        <p:spPr>
          <a:xfrm>
            <a:off x="859168" y="618518"/>
            <a:ext cx="10188243" cy="1478570"/>
          </a:xfrm>
        </p:spPr>
        <p:txBody>
          <a:bodyPr/>
          <a:lstStyle/>
          <a:p>
            <a:r>
              <a:rPr lang="en-US" dirty="0"/>
              <a:t>AI Studio / AI services and it’s Approaches</a:t>
            </a:r>
          </a:p>
        </p:txBody>
      </p:sp>
      <p:sp>
        <p:nvSpPr>
          <p:cNvPr id="3" name="Content Placeholder 2">
            <a:extLst>
              <a:ext uri="{FF2B5EF4-FFF2-40B4-BE49-F238E27FC236}">
                <a16:creationId xmlns:a16="http://schemas.microsoft.com/office/drawing/2014/main" id="{C0094CDA-71C5-62D4-426F-9FC724658DEB}"/>
              </a:ext>
            </a:extLst>
          </p:cNvPr>
          <p:cNvSpPr>
            <a:spLocks noGrp="1"/>
          </p:cNvSpPr>
          <p:nvPr>
            <p:ph idx="1"/>
          </p:nvPr>
        </p:nvSpPr>
        <p:spPr/>
        <p:txBody>
          <a:bodyPr vert="horz" lIns="91440" tIns="45720" rIns="91440" bIns="45720" rtlCol="0" anchor="t">
            <a:normAutofit/>
          </a:bodyPr>
          <a:lstStyle/>
          <a:p>
            <a:r>
              <a:rPr lang="en-US" dirty="0"/>
              <a:t>Problem being solved</a:t>
            </a:r>
          </a:p>
          <a:p>
            <a:pPr lvl="1"/>
            <a:r>
              <a:rPr lang="en-US" dirty="0"/>
              <a:t>No code platform to explore use cases</a:t>
            </a:r>
          </a:p>
          <a:p>
            <a:pPr lvl="1"/>
            <a:r>
              <a:rPr lang="en-US" dirty="0"/>
              <a:t>Easily configurable and maintainable</a:t>
            </a:r>
          </a:p>
          <a:p>
            <a:r>
              <a:rPr lang="en-US" dirty="0"/>
              <a:t>Solution</a:t>
            </a:r>
          </a:p>
          <a:p>
            <a:pPr lvl="1"/>
            <a:r>
              <a:rPr lang="en-US" dirty="0"/>
              <a:t>Internal AI Studio (OC Courts)</a:t>
            </a:r>
          </a:p>
          <a:p>
            <a:pPr lvl="1"/>
            <a:r>
              <a:rPr lang="en-US" dirty="0"/>
              <a:t>AI Services API (same API for studio and other client applications)</a:t>
            </a:r>
          </a:p>
          <a:p>
            <a:pPr lvl="1"/>
            <a:r>
              <a:rPr lang="en-US" dirty="0"/>
              <a:t>Deployment Method to different channels (MS Teams &amp; Web App)</a:t>
            </a:r>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9324B92B-CAF5-51B7-F281-3E33AFB93C7F}"/>
              </a:ext>
            </a:extLst>
          </p:cNvPr>
          <p:cNvPicPr>
            <a:picLocks noChangeAspect="1"/>
          </p:cNvPicPr>
          <p:nvPr/>
        </p:nvPicPr>
        <p:blipFill>
          <a:blip r:embed="rId2"/>
          <a:stretch>
            <a:fillRect/>
          </a:stretch>
        </p:blipFill>
        <p:spPr>
          <a:xfrm>
            <a:off x="10239253" y="545431"/>
            <a:ext cx="1619494" cy="1628274"/>
          </a:xfrm>
          <a:prstGeom prst="rect">
            <a:avLst/>
          </a:prstGeom>
        </p:spPr>
      </p:pic>
      <p:sp>
        <p:nvSpPr>
          <p:cNvPr id="5" name="Slide Number Placeholder 4">
            <a:extLst>
              <a:ext uri="{FF2B5EF4-FFF2-40B4-BE49-F238E27FC236}">
                <a16:creationId xmlns:a16="http://schemas.microsoft.com/office/drawing/2014/main" id="{17197F70-306B-FB7C-26C9-74059C2C13AC}"/>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254938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CC3D7-49BF-E4F0-D8F2-FD0C76769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ED5D8-53B7-6851-1B99-CD276CB28FED}"/>
              </a:ext>
            </a:extLst>
          </p:cNvPr>
          <p:cNvSpPr>
            <a:spLocks noGrp="1"/>
          </p:cNvSpPr>
          <p:nvPr>
            <p:ph type="title"/>
          </p:nvPr>
        </p:nvSpPr>
        <p:spPr>
          <a:xfrm>
            <a:off x="859168" y="618518"/>
            <a:ext cx="10188243" cy="1478570"/>
          </a:xfrm>
        </p:spPr>
        <p:txBody>
          <a:bodyPr/>
          <a:lstStyle/>
          <a:p>
            <a:r>
              <a:rPr lang="en-US" dirty="0"/>
              <a:t>AI Studio / AI services and it’s Approaches</a:t>
            </a:r>
          </a:p>
        </p:txBody>
      </p:sp>
      <p:sp>
        <p:nvSpPr>
          <p:cNvPr id="3" name="Content Placeholder 2">
            <a:extLst>
              <a:ext uri="{FF2B5EF4-FFF2-40B4-BE49-F238E27FC236}">
                <a16:creationId xmlns:a16="http://schemas.microsoft.com/office/drawing/2014/main" id="{92813D1F-827A-E03A-6EB4-346C3B945097}"/>
              </a:ext>
            </a:extLst>
          </p:cNvPr>
          <p:cNvSpPr>
            <a:spLocks noGrp="1"/>
          </p:cNvSpPr>
          <p:nvPr>
            <p:ph idx="1"/>
          </p:nvPr>
        </p:nvSpPr>
        <p:spPr/>
        <p:txBody>
          <a:bodyPr vert="horz" lIns="91440" tIns="45720" rIns="91440" bIns="45720" rtlCol="0" anchor="t">
            <a:normAutofit/>
          </a:bodyPr>
          <a:lstStyle/>
          <a:p>
            <a:r>
              <a:rPr lang="en-US" dirty="0"/>
              <a:t>Insert diagram of resources</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CCFDA748-E32A-3164-7CE9-62209DD73BE6}"/>
              </a:ext>
            </a:extLst>
          </p:cNvPr>
          <p:cNvPicPr>
            <a:picLocks noChangeAspect="1"/>
          </p:cNvPicPr>
          <p:nvPr/>
        </p:nvPicPr>
        <p:blipFill>
          <a:blip r:embed="rId2"/>
          <a:stretch>
            <a:fillRect/>
          </a:stretch>
        </p:blipFill>
        <p:spPr>
          <a:xfrm>
            <a:off x="10239253" y="545431"/>
            <a:ext cx="1619494" cy="1628274"/>
          </a:xfrm>
          <a:prstGeom prst="rect">
            <a:avLst/>
          </a:prstGeom>
        </p:spPr>
      </p:pic>
      <p:sp>
        <p:nvSpPr>
          <p:cNvPr id="6" name="Slide Number Placeholder 5">
            <a:extLst>
              <a:ext uri="{FF2B5EF4-FFF2-40B4-BE49-F238E27FC236}">
                <a16:creationId xmlns:a16="http://schemas.microsoft.com/office/drawing/2014/main" id="{2C1276CA-081C-FD8F-B636-100B898A347F}"/>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3628579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01375-EFD9-386F-A40B-3CB3B6255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208CC-5DDD-5BD5-3292-7E42492D5BB2}"/>
              </a:ext>
            </a:extLst>
          </p:cNvPr>
          <p:cNvSpPr>
            <a:spLocks noGrp="1"/>
          </p:cNvSpPr>
          <p:nvPr>
            <p:ph type="title"/>
          </p:nvPr>
        </p:nvSpPr>
        <p:spPr>
          <a:xfrm>
            <a:off x="859168" y="618518"/>
            <a:ext cx="10188243" cy="1478570"/>
          </a:xfrm>
        </p:spPr>
        <p:txBody>
          <a:bodyPr/>
          <a:lstStyle/>
          <a:p>
            <a:r>
              <a:rPr lang="en-US" dirty="0"/>
              <a:t>EVA and it’s Approaches</a:t>
            </a:r>
          </a:p>
        </p:txBody>
      </p:sp>
      <p:sp>
        <p:nvSpPr>
          <p:cNvPr id="3" name="Content Placeholder 2">
            <a:extLst>
              <a:ext uri="{FF2B5EF4-FFF2-40B4-BE49-F238E27FC236}">
                <a16:creationId xmlns:a16="http://schemas.microsoft.com/office/drawing/2014/main" id="{70923BC3-5773-00BE-267A-6293B3BFEFE4}"/>
              </a:ext>
            </a:extLst>
          </p:cNvPr>
          <p:cNvSpPr>
            <a:spLocks noGrp="1"/>
          </p:cNvSpPr>
          <p:nvPr>
            <p:ph idx="1"/>
          </p:nvPr>
        </p:nvSpPr>
        <p:spPr/>
        <p:txBody>
          <a:bodyPr vert="horz" lIns="91440" tIns="45720" rIns="91440" bIns="45720" rtlCol="0" anchor="t">
            <a:normAutofit fontScale="92500" lnSpcReduction="20000"/>
          </a:bodyPr>
          <a:lstStyle/>
          <a:p>
            <a:r>
              <a:rPr lang="en-US" dirty="0"/>
              <a:t>Problem being solved</a:t>
            </a:r>
          </a:p>
          <a:p>
            <a:pPr lvl="1"/>
            <a:r>
              <a:rPr lang="en-US" dirty="0"/>
              <a:t>Answer questions across 100+ documents (Q&amp;A)</a:t>
            </a:r>
          </a:p>
          <a:p>
            <a:pPr lvl="1"/>
            <a:r>
              <a:rPr lang="en-US" dirty="0"/>
              <a:t>Aide in onboarding of new staff to help with shorter incumbent durations</a:t>
            </a:r>
          </a:p>
          <a:p>
            <a:pPr lvl="1"/>
            <a:r>
              <a:rPr lang="en-US" dirty="0"/>
              <a:t>...add more</a:t>
            </a:r>
          </a:p>
          <a:p>
            <a:r>
              <a:rPr lang="en-US" dirty="0"/>
              <a:t>Solution</a:t>
            </a:r>
          </a:p>
          <a:p>
            <a:pPr lvl="1"/>
            <a:r>
              <a:rPr lang="en-US" dirty="0"/>
              <a:t>Enhanced RAG Approach to cover page overlaps and prevent content loss across sections</a:t>
            </a:r>
          </a:p>
          <a:p>
            <a:pPr lvl="1"/>
            <a:r>
              <a:rPr lang="en-US" dirty="0"/>
              <a:t>Re-ranking of document matching and section matching</a:t>
            </a:r>
          </a:p>
          <a:p>
            <a:pPr lvl="1"/>
            <a:r>
              <a:rPr lang="en-US" dirty="0"/>
              <a:t>Answers with citations of specific documents / sections used</a:t>
            </a:r>
          </a:p>
          <a:p>
            <a:pPr marL="0" indent="0">
              <a:buNone/>
            </a:pPr>
            <a:r>
              <a:rPr lang="en-US" dirty="0"/>
              <a:t>Key takeaways</a:t>
            </a:r>
          </a:p>
          <a:p>
            <a:pPr marL="0" indent="0">
              <a:buNone/>
            </a:pPr>
            <a:endParaRPr lang="en-US" dirty="0"/>
          </a:p>
          <a:p>
            <a:pPr marL="0" indent="0">
              <a:buNone/>
            </a:pPr>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5DE92F21-034D-1F4A-ED00-0036DD35A110}"/>
              </a:ext>
            </a:extLst>
          </p:cNvPr>
          <p:cNvPicPr>
            <a:picLocks noChangeAspect="1"/>
          </p:cNvPicPr>
          <p:nvPr/>
        </p:nvPicPr>
        <p:blipFill>
          <a:blip r:embed="rId2"/>
          <a:stretch>
            <a:fillRect/>
          </a:stretch>
        </p:blipFill>
        <p:spPr>
          <a:xfrm>
            <a:off x="10425865" y="732422"/>
            <a:ext cx="1238250" cy="1238250"/>
          </a:xfrm>
          <a:prstGeom prst="rect">
            <a:avLst/>
          </a:prstGeom>
        </p:spPr>
      </p:pic>
      <p:sp>
        <p:nvSpPr>
          <p:cNvPr id="5" name="Slide Number Placeholder 4">
            <a:extLst>
              <a:ext uri="{FF2B5EF4-FFF2-40B4-BE49-F238E27FC236}">
                <a16:creationId xmlns:a16="http://schemas.microsoft.com/office/drawing/2014/main" id="{BCE5F97E-4B4F-5082-4102-C6830E6E1213}"/>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309814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E3D2F-F43F-491C-287C-3E004EE10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CCA57-1714-CC09-10B2-BA8F0BDE29FA}"/>
              </a:ext>
            </a:extLst>
          </p:cNvPr>
          <p:cNvSpPr>
            <a:spLocks noGrp="1"/>
          </p:cNvSpPr>
          <p:nvPr>
            <p:ph type="title"/>
          </p:nvPr>
        </p:nvSpPr>
        <p:spPr>
          <a:xfrm>
            <a:off x="859168" y="618518"/>
            <a:ext cx="10188243" cy="1478570"/>
          </a:xfrm>
        </p:spPr>
        <p:txBody>
          <a:bodyPr/>
          <a:lstStyle/>
          <a:p>
            <a:r>
              <a:rPr lang="en-US" dirty="0"/>
              <a:t>EVA and it’s Approaches</a:t>
            </a:r>
          </a:p>
        </p:txBody>
      </p:sp>
      <p:sp>
        <p:nvSpPr>
          <p:cNvPr id="3" name="Content Placeholder 2">
            <a:extLst>
              <a:ext uri="{FF2B5EF4-FFF2-40B4-BE49-F238E27FC236}">
                <a16:creationId xmlns:a16="http://schemas.microsoft.com/office/drawing/2014/main" id="{FC9A0C9F-B166-52A1-5DF8-7B13C37C7D06}"/>
              </a:ext>
            </a:extLst>
          </p:cNvPr>
          <p:cNvSpPr>
            <a:spLocks noGrp="1"/>
          </p:cNvSpPr>
          <p:nvPr>
            <p:ph idx="1"/>
          </p:nvPr>
        </p:nvSpPr>
        <p:spPr/>
        <p:txBody>
          <a:bodyPr vert="horz" lIns="91440" tIns="45720" rIns="91440" bIns="45720" rtlCol="0" anchor="t">
            <a:normAutofit/>
          </a:bodyPr>
          <a:lstStyle/>
          <a:p>
            <a:r>
              <a:rPr lang="en-US" dirty="0"/>
              <a:t>Insert overview of rag pattern</a:t>
            </a:r>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BD5CC8E2-2482-CAA9-A3FF-D60CED6AE264}"/>
              </a:ext>
            </a:extLst>
          </p:cNvPr>
          <p:cNvPicPr>
            <a:picLocks noChangeAspect="1"/>
          </p:cNvPicPr>
          <p:nvPr/>
        </p:nvPicPr>
        <p:blipFill>
          <a:blip r:embed="rId2"/>
          <a:stretch>
            <a:fillRect/>
          </a:stretch>
        </p:blipFill>
        <p:spPr>
          <a:xfrm>
            <a:off x="10425864" y="732422"/>
            <a:ext cx="1238250" cy="1238250"/>
          </a:xfrm>
          <a:prstGeom prst="rect">
            <a:avLst/>
          </a:prstGeom>
        </p:spPr>
      </p:pic>
      <p:sp>
        <p:nvSpPr>
          <p:cNvPr id="5" name="Slide Number Placeholder 4">
            <a:extLst>
              <a:ext uri="{FF2B5EF4-FFF2-40B4-BE49-F238E27FC236}">
                <a16:creationId xmlns:a16="http://schemas.microsoft.com/office/drawing/2014/main" id="{7172F04B-0139-86FA-6914-8CC0B65B2262}"/>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218816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2F2F-08BC-F10E-CF97-B9E053BA4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4CF80-6B44-466F-5C64-3733AA5A2241}"/>
              </a:ext>
            </a:extLst>
          </p:cNvPr>
          <p:cNvSpPr>
            <a:spLocks noGrp="1"/>
          </p:cNvSpPr>
          <p:nvPr>
            <p:ph type="title"/>
          </p:nvPr>
        </p:nvSpPr>
        <p:spPr>
          <a:xfrm>
            <a:off x="859168" y="618518"/>
            <a:ext cx="10188243" cy="1478570"/>
          </a:xfrm>
        </p:spPr>
        <p:txBody>
          <a:bodyPr/>
          <a:lstStyle/>
          <a:p>
            <a:r>
              <a:rPr lang="en-US" dirty="0"/>
              <a:t>EMI and it’s Approaches</a:t>
            </a:r>
          </a:p>
        </p:txBody>
      </p:sp>
      <p:sp>
        <p:nvSpPr>
          <p:cNvPr id="3" name="Content Placeholder 2">
            <a:extLst>
              <a:ext uri="{FF2B5EF4-FFF2-40B4-BE49-F238E27FC236}">
                <a16:creationId xmlns:a16="http://schemas.microsoft.com/office/drawing/2014/main" id="{36AB1ED9-576B-2ABF-20D8-8D42D3C00C34}"/>
              </a:ext>
            </a:extLst>
          </p:cNvPr>
          <p:cNvSpPr>
            <a:spLocks noGrp="1"/>
          </p:cNvSpPr>
          <p:nvPr>
            <p:ph idx="1"/>
          </p:nvPr>
        </p:nvSpPr>
        <p:spPr>
          <a:xfrm>
            <a:off x="1141412" y="2249487"/>
            <a:ext cx="9905999" cy="4430714"/>
          </a:xfrm>
        </p:spPr>
        <p:txBody>
          <a:bodyPr vert="horz" lIns="91440" tIns="45720" rIns="91440" bIns="45720" rtlCol="0" anchor="t">
            <a:normAutofit fontScale="92500" lnSpcReduction="20000"/>
          </a:bodyPr>
          <a:lstStyle/>
          <a:p>
            <a:r>
              <a:rPr lang="en-US" dirty="0"/>
              <a:t>Problem being solved</a:t>
            </a:r>
          </a:p>
          <a:p>
            <a:pPr lvl="1"/>
            <a:r>
              <a:rPr lang="en-US" dirty="0"/>
              <a:t>Democratize MOU documents and employee data</a:t>
            </a:r>
          </a:p>
          <a:p>
            <a:pPr lvl="1"/>
            <a:r>
              <a:rPr lang="en-US" dirty="0"/>
              <a:t>Grounding questions based upon specific user context</a:t>
            </a:r>
          </a:p>
          <a:p>
            <a:pPr lvl="1"/>
            <a:r>
              <a:rPr lang="en-US" dirty="0"/>
              <a:t>Answer questions across MOU policies and Employee Profile</a:t>
            </a:r>
          </a:p>
          <a:p>
            <a:pPr lvl="1"/>
            <a:r>
              <a:rPr lang="en-US" dirty="0"/>
              <a:t>...add more information</a:t>
            </a:r>
          </a:p>
          <a:p>
            <a:r>
              <a:rPr lang="en-US" dirty="0"/>
              <a:t>Solution</a:t>
            </a:r>
          </a:p>
          <a:p>
            <a:pPr lvl="1"/>
            <a:r>
              <a:rPr lang="en-US" dirty="0"/>
              <a:t>Enhanced RAG Approach to cover page overlaps and prevent content loss across sections</a:t>
            </a:r>
          </a:p>
          <a:p>
            <a:pPr lvl="1"/>
            <a:r>
              <a:rPr lang="en-US" dirty="0"/>
              <a:t>Re-ranking of document matching and section matching</a:t>
            </a:r>
          </a:p>
          <a:p>
            <a:pPr lvl="1"/>
            <a:r>
              <a:rPr lang="en-US" dirty="0"/>
              <a:t>Document specific filtering based upon bargaining unit (management, interpreters…</a:t>
            </a:r>
            <a:r>
              <a:rPr lang="en-US" dirty="0" err="1"/>
              <a:t>etc</a:t>
            </a:r>
            <a:r>
              <a:rPr lang="en-US" dirty="0"/>
              <a:t>)</a:t>
            </a:r>
          </a:p>
          <a:p>
            <a:pPr lvl="1"/>
            <a:r>
              <a:rPr lang="en-US" dirty="0"/>
              <a:t>Retrieval of user profile based upon </a:t>
            </a:r>
            <a:r>
              <a:rPr lang="en-US" dirty="0" err="1"/>
              <a:t>oauth</a:t>
            </a:r>
            <a:r>
              <a:rPr lang="en-US" dirty="0"/>
              <a:t> protocol </a:t>
            </a:r>
          </a:p>
          <a:p>
            <a:pPr lvl="1"/>
            <a:r>
              <a:rPr lang="en-US" dirty="0"/>
              <a:t>MCP to connect to </a:t>
            </a:r>
            <a:r>
              <a:rPr lang="en-US" dirty="0" err="1"/>
              <a:t>hr</a:t>
            </a:r>
            <a:r>
              <a:rPr lang="en-US" dirty="0"/>
              <a:t> data (tool </a:t>
            </a:r>
            <a:r>
              <a:rPr lang="en-US" dirty="0">
                <a:sym typeface="Wingdings" panose="05000000000000000000" pitchFamily="2" charset="2"/>
              </a:rPr>
              <a:t> </a:t>
            </a:r>
            <a:r>
              <a:rPr lang="en-US" dirty="0" err="1"/>
              <a:t>api</a:t>
            </a:r>
            <a:r>
              <a:rPr lang="en-US" dirty="0"/>
              <a:t> </a:t>
            </a:r>
            <a:r>
              <a:rPr lang="en-US" dirty="0">
                <a:sym typeface="Wingdings" panose="05000000000000000000" pitchFamily="2" charset="2"/>
              </a:rPr>
              <a:t> </a:t>
            </a:r>
            <a:r>
              <a:rPr lang="en-US" dirty="0" err="1">
                <a:sym typeface="Wingdings" panose="05000000000000000000" pitchFamily="2" charset="2"/>
              </a:rPr>
              <a:t>db</a:t>
            </a:r>
            <a:r>
              <a:rPr lang="en-US" dirty="0">
                <a:sym typeface="Wingdings" panose="05000000000000000000" pitchFamily="2" charset="2"/>
              </a:rPr>
              <a:t>)</a:t>
            </a:r>
            <a:endParaRPr lang="en-US" dirty="0"/>
          </a:p>
          <a:p>
            <a:pPr lvl="1"/>
            <a:r>
              <a:rPr lang="en-US" dirty="0"/>
              <a:t>Answers with citations of specific documents / sections used and transactional data used</a:t>
            </a:r>
          </a:p>
          <a:p>
            <a:pPr lvl="1"/>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3C3354AE-C472-62F4-EACF-666DC720D3D7}"/>
              </a:ext>
            </a:extLst>
          </p:cNvPr>
          <p:cNvPicPr>
            <a:picLocks noChangeAspect="1"/>
          </p:cNvPicPr>
          <p:nvPr/>
        </p:nvPicPr>
        <p:blipFill>
          <a:blip r:embed="rId2"/>
          <a:stretch>
            <a:fillRect/>
          </a:stretch>
        </p:blipFill>
        <p:spPr>
          <a:xfrm>
            <a:off x="10530639" y="803859"/>
            <a:ext cx="1028700" cy="1095375"/>
          </a:xfrm>
          <a:prstGeom prst="rect">
            <a:avLst/>
          </a:prstGeom>
        </p:spPr>
      </p:pic>
      <p:sp>
        <p:nvSpPr>
          <p:cNvPr id="5" name="Slide Number Placeholder 4">
            <a:extLst>
              <a:ext uri="{FF2B5EF4-FFF2-40B4-BE49-F238E27FC236}">
                <a16:creationId xmlns:a16="http://schemas.microsoft.com/office/drawing/2014/main" id="{E3396F01-A93E-EEAC-78E9-12C579A377CA}"/>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29551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615B-2818-9FCD-BFD3-0C8AD1312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9A190-4177-582B-1E9B-B7CE729871D8}"/>
              </a:ext>
            </a:extLst>
          </p:cNvPr>
          <p:cNvSpPr>
            <a:spLocks noGrp="1"/>
          </p:cNvSpPr>
          <p:nvPr>
            <p:ph type="title"/>
          </p:nvPr>
        </p:nvSpPr>
        <p:spPr>
          <a:xfrm>
            <a:off x="859168" y="618518"/>
            <a:ext cx="10188243" cy="1478570"/>
          </a:xfrm>
        </p:spPr>
        <p:txBody>
          <a:bodyPr/>
          <a:lstStyle/>
          <a:p>
            <a:r>
              <a:rPr lang="en-US" dirty="0"/>
              <a:t>EMI and it’s Approaches</a:t>
            </a:r>
          </a:p>
        </p:txBody>
      </p:sp>
      <p:sp>
        <p:nvSpPr>
          <p:cNvPr id="3" name="Content Placeholder 2">
            <a:extLst>
              <a:ext uri="{FF2B5EF4-FFF2-40B4-BE49-F238E27FC236}">
                <a16:creationId xmlns:a16="http://schemas.microsoft.com/office/drawing/2014/main" id="{A5664824-96A4-4D5F-63D7-F051B92A2361}"/>
              </a:ext>
            </a:extLst>
          </p:cNvPr>
          <p:cNvSpPr>
            <a:spLocks noGrp="1"/>
          </p:cNvSpPr>
          <p:nvPr>
            <p:ph idx="1"/>
          </p:nvPr>
        </p:nvSpPr>
        <p:spPr>
          <a:xfrm>
            <a:off x="1141412" y="2249487"/>
            <a:ext cx="9905999" cy="4430714"/>
          </a:xfrm>
        </p:spPr>
        <p:txBody>
          <a:bodyPr vert="horz" lIns="91440" tIns="45720" rIns="91440" bIns="45720" rtlCol="0" anchor="t">
            <a:normAutofit/>
          </a:bodyPr>
          <a:lstStyle/>
          <a:p>
            <a:r>
              <a:rPr lang="en-US" dirty="0"/>
              <a:t>Insert diagram of tools and approaches</a:t>
            </a:r>
          </a:p>
          <a:p>
            <a:pPr lvl="1"/>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7A53D468-4B71-EFCF-C047-479105FC9E6A}"/>
              </a:ext>
            </a:extLst>
          </p:cNvPr>
          <p:cNvPicPr>
            <a:picLocks noChangeAspect="1"/>
          </p:cNvPicPr>
          <p:nvPr/>
        </p:nvPicPr>
        <p:blipFill>
          <a:blip r:embed="rId2"/>
          <a:stretch>
            <a:fillRect/>
          </a:stretch>
        </p:blipFill>
        <p:spPr>
          <a:xfrm>
            <a:off x="10530639" y="803859"/>
            <a:ext cx="1028700" cy="1095375"/>
          </a:xfrm>
          <a:prstGeom prst="rect">
            <a:avLst/>
          </a:prstGeom>
        </p:spPr>
      </p:pic>
      <p:sp>
        <p:nvSpPr>
          <p:cNvPr id="6" name="Slide Number Placeholder 5">
            <a:extLst>
              <a:ext uri="{FF2B5EF4-FFF2-40B4-BE49-F238E27FC236}">
                <a16:creationId xmlns:a16="http://schemas.microsoft.com/office/drawing/2014/main" id="{8B290FB5-7F24-E753-E8E4-75A3048F5300}"/>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1609485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2EB2-A745-2CB3-A81E-80A7A7E4B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48F99-2AC4-75D7-87A3-CE4CB621369C}"/>
              </a:ext>
            </a:extLst>
          </p:cNvPr>
          <p:cNvSpPr>
            <a:spLocks noGrp="1"/>
          </p:cNvSpPr>
          <p:nvPr>
            <p:ph type="title"/>
          </p:nvPr>
        </p:nvSpPr>
        <p:spPr>
          <a:xfrm>
            <a:off x="859168" y="618518"/>
            <a:ext cx="10188243" cy="1478570"/>
          </a:xfrm>
        </p:spPr>
        <p:txBody>
          <a:bodyPr/>
          <a:lstStyle/>
          <a:p>
            <a:r>
              <a:rPr lang="en-US" dirty="0"/>
              <a:t>Docket Code Search</a:t>
            </a:r>
          </a:p>
        </p:txBody>
      </p:sp>
      <p:sp>
        <p:nvSpPr>
          <p:cNvPr id="3" name="Content Placeholder 2">
            <a:extLst>
              <a:ext uri="{FF2B5EF4-FFF2-40B4-BE49-F238E27FC236}">
                <a16:creationId xmlns:a16="http://schemas.microsoft.com/office/drawing/2014/main" id="{40D9231F-70E5-B7A9-E68D-1EBBFDA60C89}"/>
              </a:ext>
            </a:extLst>
          </p:cNvPr>
          <p:cNvSpPr>
            <a:spLocks noGrp="1"/>
          </p:cNvSpPr>
          <p:nvPr>
            <p:ph idx="1"/>
          </p:nvPr>
        </p:nvSpPr>
        <p:spPr/>
        <p:txBody>
          <a:bodyPr vert="horz" lIns="91440" tIns="45720" rIns="91440" bIns="45720" rtlCol="0" anchor="t">
            <a:normAutofit fontScale="92500" lnSpcReduction="20000"/>
          </a:bodyPr>
          <a:lstStyle/>
          <a:p>
            <a:r>
              <a:rPr lang="en-US" dirty="0"/>
              <a:t>Problem being solved</a:t>
            </a:r>
          </a:p>
          <a:p>
            <a:pPr lvl="1"/>
            <a:r>
              <a:rPr lang="en-US" dirty="0"/>
              <a:t>Finding Docket Codes without knowing exact code / description</a:t>
            </a:r>
          </a:p>
          <a:p>
            <a:pPr lvl="1"/>
            <a:r>
              <a:rPr lang="en-US" dirty="0"/>
              <a:t>Exact search matching</a:t>
            </a:r>
          </a:p>
          <a:p>
            <a:pPr lvl="1"/>
            <a:r>
              <a:rPr lang="en-US" dirty="0"/>
              <a:t>Similar search matching</a:t>
            </a:r>
          </a:p>
          <a:p>
            <a:r>
              <a:rPr lang="en-US" dirty="0"/>
              <a:t>Solution</a:t>
            </a:r>
          </a:p>
          <a:p>
            <a:pPr lvl="1"/>
            <a:r>
              <a:rPr lang="en-US" dirty="0"/>
              <a:t>Search tools</a:t>
            </a:r>
          </a:p>
          <a:p>
            <a:pPr lvl="2"/>
            <a:r>
              <a:rPr lang="en-US" dirty="0"/>
              <a:t>Exact Match, regex match, starts with, contains, semantic search</a:t>
            </a:r>
          </a:p>
          <a:p>
            <a:pPr lvl="1"/>
            <a:r>
              <a:rPr lang="en-US" dirty="0"/>
              <a:t>Agent with search tools</a:t>
            </a:r>
          </a:p>
          <a:p>
            <a:pPr lvl="1"/>
            <a:r>
              <a:rPr lang="en-US" dirty="0"/>
              <a:t>Explain which search tools were used and why</a:t>
            </a:r>
          </a:p>
          <a:p>
            <a:pPr lvl="1"/>
            <a:endParaRPr lang="en-US" dirty="0"/>
          </a:p>
          <a:p>
            <a:pPr lvl="1"/>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AD1AA08-4311-9A28-6ADD-A55D249FEA8E}"/>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2880185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A5EA-0DF1-3F64-8235-FCD38C1B8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28D4A-E575-68EE-CCC0-A30740678F07}"/>
              </a:ext>
            </a:extLst>
          </p:cNvPr>
          <p:cNvSpPr>
            <a:spLocks noGrp="1"/>
          </p:cNvSpPr>
          <p:nvPr>
            <p:ph type="title"/>
          </p:nvPr>
        </p:nvSpPr>
        <p:spPr>
          <a:xfrm>
            <a:off x="859168" y="618518"/>
            <a:ext cx="10188243" cy="1478570"/>
          </a:xfrm>
        </p:spPr>
        <p:txBody>
          <a:bodyPr/>
          <a:lstStyle/>
          <a:p>
            <a:r>
              <a:rPr lang="en-US" dirty="0"/>
              <a:t>Docket Code Search</a:t>
            </a:r>
          </a:p>
        </p:txBody>
      </p:sp>
      <p:sp>
        <p:nvSpPr>
          <p:cNvPr id="3" name="Content Placeholder 2">
            <a:extLst>
              <a:ext uri="{FF2B5EF4-FFF2-40B4-BE49-F238E27FC236}">
                <a16:creationId xmlns:a16="http://schemas.microsoft.com/office/drawing/2014/main" id="{7806331D-5215-FF37-4240-2A6213C1A844}"/>
              </a:ext>
            </a:extLst>
          </p:cNvPr>
          <p:cNvSpPr>
            <a:spLocks noGrp="1"/>
          </p:cNvSpPr>
          <p:nvPr>
            <p:ph idx="1"/>
          </p:nvPr>
        </p:nvSpPr>
        <p:spPr/>
        <p:txBody>
          <a:bodyPr vert="horz" lIns="91440" tIns="45720" rIns="91440" bIns="45720" rtlCol="0" anchor="t">
            <a:normAutofit/>
          </a:bodyPr>
          <a:lstStyle/>
          <a:p>
            <a:r>
              <a:rPr lang="en-US" dirty="0"/>
              <a:t>Insert diagram of search tools and setup</a:t>
            </a:r>
          </a:p>
          <a:p>
            <a:pPr lvl="1"/>
            <a:endParaRPr lang="en-US" dirty="0"/>
          </a:p>
          <a:p>
            <a:pPr lvl="1"/>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9DB83B7-1C47-F0D1-05E5-F57B49AA369E}"/>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347992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429CA-92EC-4B62-85BB-A690888FE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8D61C-D9D3-8769-0CEA-74567D0FF6B8}"/>
              </a:ext>
            </a:extLst>
          </p:cNvPr>
          <p:cNvSpPr>
            <a:spLocks noGrp="1"/>
          </p:cNvSpPr>
          <p:nvPr>
            <p:ph type="title"/>
          </p:nvPr>
        </p:nvSpPr>
        <p:spPr>
          <a:xfrm>
            <a:off x="859168" y="618518"/>
            <a:ext cx="10188243" cy="1478570"/>
          </a:xfrm>
        </p:spPr>
        <p:txBody>
          <a:bodyPr/>
          <a:lstStyle/>
          <a:p>
            <a:r>
              <a:rPr lang="en-US" dirty="0"/>
              <a:t>Specialized GPT and it’s Approaches</a:t>
            </a:r>
          </a:p>
        </p:txBody>
      </p:sp>
      <p:sp>
        <p:nvSpPr>
          <p:cNvPr id="3" name="Content Placeholder 2">
            <a:extLst>
              <a:ext uri="{FF2B5EF4-FFF2-40B4-BE49-F238E27FC236}">
                <a16:creationId xmlns:a16="http://schemas.microsoft.com/office/drawing/2014/main" id="{44C574CB-BFD3-EE31-1CA3-28C4F1774796}"/>
              </a:ext>
            </a:extLst>
          </p:cNvPr>
          <p:cNvSpPr>
            <a:spLocks noGrp="1"/>
          </p:cNvSpPr>
          <p:nvPr>
            <p:ph idx="1"/>
          </p:nvPr>
        </p:nvSpPr>
        <p:spPr/>
        <p:txBody>
          <a:bodyPr vert="horz" lIns="91440" tIns="45720" rIns="91440" bIns="45720" rtlCol="0" anchor="t">
            <a:normAutofit lnSpcReduction="10000"/>
          </a:bodyPr>
          <a:lstStyle/>
          <a:p>
            <a:r>
              <a:rPr lang="en-US" dirty="0"/>
              <a:t>Problem being solved</a:t>
            </a:r>
          </a:p>
          <a:p>
            <a:pPr lvl="1"/>
            <a:r>
              <a:rPr lang="en-US" dirty="0"/>
              <a:t>Review document based upon specific template / instructions</a:t>
            </a:r>
          </a:p>
          <a:p>
            <a:pPr lvl="1"/>
            <a:r>
              <a:rPr lang="en-US" dirty="0"/>
              <a:t>Provide a comprehensive analysis / recommendation</a:t>
            </a:r>
          </a:p>
          <a:p>
            <a:r>
              <a:rPr lang="en-US" dirty="0"/>
              <a:t>Solution</a:t>
            </a:r>
          </a:p>
          <a:p>
            <a:pPr lvl="1"/>
            <a:r>
              <a:rPr lang="en-US" dirty="0"/>
              <a:t>Understand business rules / document structure</a:t>
            </a:r>
          </a:p>
          <a:p>
            <a:pPr lvl="1"/>
            <a:r>
              <a:rPr lang="en-US" dirty="0"/>
              <a:t>Agentic Approach</a:t>
            </a:r>
          </a:p>
          <a:p>
            <a:pPr lvl="1"/>
            <a:r>
              <a:rPr lang="en-US" dirty="0"/>
              <a:t>Iterate over each page to provide analysis</a:t>
            </a:r>
          </a:p>
          <a:p>
            <a:pPr lvl="1"/>
            <a:r>
              <a:rPr lang="en-US" dirty="0"/>
              <a:t>Long-context response</a:t>
            </a:r>
          </a:p>
          <a:p>
            <a:pPr lvl="1"/>
            <a:endParaRPr lang="en-US" dirty="0"/>
          </a:p>
          <a:p>
            <a:pPr lvl="1"/>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5BA83A4-A8E9-6D14-E6CC-C23A16B9E977}"/>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4108749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1FF96-9EFB-5773-0CC4-F13558348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6A9DE-FAAC-873A-6620-3ACFA84150FE}"/>
              </a:ext>
            </a:extLst>
          </p:cNvPr>
          <p:cNvSpPr>
            <a:spLocks noGrp="1"/>
          </p:cNvSpPr>
          <p:nvPr>
            <p:ph type="title"/>
          </p:nvPr>
        </p:nvSpPr>
        <p:spPr>
          <a:xfrm>
            <a:off x="859168" y="618518"/>
            <a:ext cx="10188243" cy="1478570"/>
          </a:xfrm>
        </p:spPr>
        <p:txBody>
          <a:bodyPr/>
          <a:lstStyle/>
          <a:p>
            <a:r>
              <a:rPr lang="en-US" dirty="0"/>
              <a:t>Specialized GPT and it’s Approaches</a:t>
            </a:r>
          </a:p>
        </p:txBody>
      </p:sp>
      <p:sp>
        <p:nvSpPr>
          <p:cNvPr id="3" name="Content Placeholder 2">
            <a:extLst>
              <a:ext uri="{FF2B5EF4-FFF2-40B4-BE49-F238E27FC236}">
                <a16:creationId xmlns:a16="http://schemas.microsoft.com/office/drawing/2014/main" id="{28123147-A46D-5B73-7BFB-4F46F3DC00CB}"/>
              </a:ext>
            </a:extLst>
          </p:cNvPr>
          <p:cNvSpPr>
            <a:spLocks noGrp="1"/>
          </p:cNvSpPr>
          <p:nvPr>
            <p:ph idx="1"/>
          </p:nvPr>
        </p:nvSpPr>
        <p:spPr/>
        <p:txBody>
          <a:bodyPr vert="horz" lIns="91440" tIns="45720" rIns="91440" bIns="45720" rtlCol="0" anchor="t">
            <a:normAutofit/>
          </a:bodyPr>
          <a:lstStyle/>
          <a:p>
            <a:r>
              <a:rPr lang="en-US" dirty="0"/>
              <a:t>Insert diagram of agent and tools</a:t>
            </a:r>
          </a:p>
          <a:p>
            <a:pPr lvl="1"/>
            <a:endParaRPr lang="en-US" dirty="0"/>
          </a:p>
          <a:p>
            <a:pPr lvl="1"/>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F224280-562B-9200-956A-76A9B9CC5859}"/>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2050423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67787-390D-1151-D277-E1660CD23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97D28-0A75-67BD-8E4C-A17C9864E880}"/>
              </a:ext>
            </a:extLst>
          </p:cNvPr>
          <p:cNvSpPr>
            <a:spLocks noGrp="1"/>
          </p:cNvSpPr>
          <p:nvPr>
            <p:ph type="title"/>
          </p:nvPr>
        </p:nvSpPr>
        <p:spPr>
          <a:xfrm>
            <a:off x="859168" y="618518"/>
            <a:ext cx="10188243" cy="1478570"/>
          </a:xfrm>
        </p:spPr>
        <p:txBody>
          <a:bodyPr/>
          <a:lstStyle/>
          <a:p>
            <a:r>
              <a:rPr lang="en-US" dirty="0"/>
              <a:t>Rule Evaluation Engine</a:t>
            </a:r>
          </a:p>
        </p:txBody>
      </p:sp>
      <p:sp>
        <p:nvSpPr>
          <p:cNvPr id="3" name="Content Placeholder 2">
            <a:extLst>
              <a:ext uri="{FF2B5EF4-FFF2-40B4-BE49-F238E27FC236}">
                <a16:creationId xmlns:a16="http://schemas.microsoft.com/office/drawing/2014/main" id="{9A6CC7CE-AA75-EF46-746F-63C07D521143}"/>
              </a:ext>
            </a:extLst>
          </p:cNvPr>
          <p:cNvSpPr>
            <a:spLocks noGrp="1"/>
          </p:cNvSpPr>
          <p:nvPr>
            <p:ph idx="1"/>
          </p:nvPr>
        </p:nvSpPr>
        <p:spPr/>
        <p:txBody>
          <a:bodyPr vert="horz" lIns="91440" tIns="45720" rIns="91440" bIns="45720" rtlCol="0" anchor="t">
            <a:normAutofit fontScale="92500" lnSpcReduction="20000"/>
          </a:bodyPr>
          <a:lstStyle/>
          <a:p>
            <a:r>
              <a:rPr lang="en-US" dirty="0"/>
              <a:t>Problem being solved</a:t>
            </a:r>
          </a:p>
          <a:p>
            <a:pPr lvl="1"/>
            <a:r>
              <a:rPr lang="en-US" dirty="0"/>
              <a:t>Review document based upon specific template / instructions</a:t>
            </a:r>
          </a:p>
          <a:p>
            <a:pPr lvl="1"/>
            <a:r>
              <a:rPr lang="en-US" dirty="0"/>
              <a:t>Provide a comprehensive analysis / rule determination</a:t>
            </a:r>
          </a:p>
          <a:p>
            <a:r>
              <a:rPr lang="en-US" dirty="0"/>
              <a:t>Solution</a:t>
            </a:r>
          </a:p>
          <a:p>
            <a:pPr lvl="1"/>
            <a:r>
              <a:rPr lang="en-US" dirty="0"/>
              <a:t>Understand business rules / document structure</a:t>
            </a:r>
          </a:p>
          <a:p>
            <a:pPr lvl="1"/>
            <a:r>
              <a:rPr lang="en-US" dirty="0"/>
              <a:t>Identify rule-dependent values</a:t>
            </a:r>
          </a:p>
          <a:p>
            <a:pPr lvl="1"/>
            <a:r>
              <a:rPr lang="en-US" dirty="0"/>
              <a:t>Decompose / Extract out rule-dependent values</a:t>
            </a:r>
          </a:p>
          <a:p>
            <a:pPr lvl="1"/>
            <a:r>
              <a:rPr lang="en-US" dirty="0"/>
              <a:t>Iterate over each rule to provide complete analysis</a:t>
            </a:r>
          </a:p>
          <a:p>
            <a:pPr lvl="1"/>
            <a:r>
              <a:rPr lang="en-US" dirty="0"/>
              <a:t>Long-context response</a:t>
            </a:r>
          </a:p>
          <a:p>
            <a:pPr lvl="1"/>
            <a:endParaRPr lang="en-US" dirty="0"/>
          </a:p>
          <a:p>
            <a:pPr lvl="1"/>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80E8494-16AE-A9B3-92CA-B34D7DF27D84}"/>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2533022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32A2-BB73-2D9E-3EE1-E94381090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C0D9C-36F5-1135-72E6-E19F4F050845}"/>
              </a:ext>
            </a:extLst>
          </p:cNvPr>
          <p:cNvSpPr>
            <a:spLocks noGrp="1"/>
          </p:cNvSpPr>
          <p:nvPr>
            <p:ph type="title"/>
          </p:nvPr>
        </p:nvSpPr>
        <p:spPr>
          <a:xfrm>
            <a:off x="859168" y="618518"/>
            <a:ext cx="10188243" cy="1478570"/>
          </a:xfrm>
        </p:spPr>
        <p:txBody>
          <a:bodyPr/>
          <a:lstStyle/>
          <a:p>
            <a:r>
              <a:rPr lang="en-US" dirty="0"/>
              <a:t>Rule Evaluation Engine</a:t>
            </a:r>
          </a:p>
        </p:txBody>
      </p:sp>
      <p:sp>
        <p:nvSpPr>
          <p:cNvPr id="3" name="Content Placeholder 2">
            <a:extLst>
              <a:ext uri="{FF2B5EF4-FFF2-40B4-BE49-F238E27FC236}">
                <a16:creationId xmlns:a16="http://schemas.microsoft.com/office/drawing/2014/main" id="{9796B9CB-C082-725B-D06F-E836833E178A}"/>
              </a:ext>
            </a:extLst>
          </p:cNvPr>
          <p:cNvSpPr>
            <a:spLocks noGrp="1"/>
          </p:cNvSpPr>
          <p:nvPr>
            <p:ph idx="1"/>
          </p:nvPr>
        </p:nvSpPr>
        <p:spPr/>
        <p:txBody>
          <a:bodyPr vert="horz" lIns="91440" tIns="45720" rIns="91440" bIns="45720" rtlCol="0" anchor="t">
            <a:normAutofit/>
          </a:bodyPr>
          <a:lstStyle/>
          <a:p>
            <a:r>
              <a:rPr lang="en-US" dirty="0"/>
              <a:t>Insert image of overall process and agent / tools</a:t>
            </a:r>
          </a:p>
          <a:p>
            <a:pPr lvl="1"/>
            <a:endParaRPr lang="en-US" dirty="0"/>
          </a:p>
          <a:p>
            <a:pPr lvl="1"/>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7E7CF11-8A1A-7F3F-D184-924631E919C9}"/>
              </a:ext>
            </a:extLst>
          </p:cNvPr>
          <p:cNvSpPr>
            <a:spLocks noGrp="1"/>
          </p:cNvSpPr>
          <p:nvPr>
            <p:ph type="sldNum" sz="quarter" idx="12"/>
          </p:nvPr>
        </p:nvSpPr>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757189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DE809-E4CB-0E2A-FF50-7241C7F4F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0BCA4-AFBA-D3E1-D573-6430279BF559}"/>
              </a:ext>
            </a:extLst>
          </p:cNvPr>
          <p:cNvSpPr>
            <a:spLocks noGrp="1"/>
          </p:cNvSpPr>
          <p:nvPr>
            <p:ph type="title"/>
          </p:nvPr>
        </p:nvSpPr>
        <p:spPr/>
        <p:txBody>
          <a:bodyPr/>
          <a:lstStyle/>
          <a:p>
            <a:r>
              <a:rPr lang="en-US" dirty="0"/>
              <a:t>What’s Next on the Journey</a:t>
            </a:r>
          </a:p>
        </p:txBody>
      </p:sp>
      <p:sp>
        <p:nvSpPr>
          <p:cNvPr id="3" name="Content Placeholder 2">
            <a:extLst>
              <a:ext uri="{FF2B5EF4-FFF2-40B4-BE49-F238E27FC236}">
                <a16:creationId xmlns:a16="http://schemas.microsoft.com/office/drawing/2014/main" id="{AEBE952F-C0B8-DDC5-5196-8FFAD99152AE}"/>
              </a:ext>
            </a:extLst>
          </p:cNvPr>
          <p:cNvSpPr>
            <a:spLocks noGrp="1"/>
          </p:cNvSpPr>
          <p:nvPr>
            <p:ph idx="1"/>
          </p:nvPr>
        </p:nvSpPr>
        <p:spPr>
          <a:xfrm>
            <a:off x="1141412" y="2249487"/>
            <a:ext cx="9905999" cy="4312180"/>
          </a:xfrm>
        </p:spPr>
        <p:txBody>
          <a:bodyPr vert="horz" lIns="91440" tIns="45720" rIns="91440" bIns="45720" rtlCol="0" anchor="t">
            <a:normAutofit fontScale="92500" lnSpcReduction="20000"/>
          </a:bodyPr>
          <a:lstStyle/>
          <a:p>
            <a:r>
              <a:rPr lang="en-US" dirty="0"/>
              <a:t>Graph Databases</a:t>
            </a:r>
          </a:p>
          <a:p>
            <a:pPr lvl="1"/>
            <a:r>
              <a:rPr lang="en-US" dirty="0"/>
              <a:t>Can we better define relationships and get more context?</a:t>
            </a:r>
          </a:p>
          <a:p>
            <a:r>
              <a:rPr lang="en-US" dirty="0"/>
              <a:t>Multi-agent patterns</a:t>
            </a:r>
          </a:p>
          <a:p>
            <a:pPr lvl="1"/>
            <a:r>
              <a:rPr lang="en-US" dirty="0"/>
              <a:t>How can we connect all these agents?</a:t>
            </a:r>
          </a:p>
          <a:p>
            <a:r>
              <a:rPr lang="en-US" dirty="0"/>
              <a:t>Open-Source Model Evaluation</a:t>
            </a:r>
          </a:p>
          <a:p>
            <a:pPr lvl="1"/>
            <a:r>
              <a:rPr lang="en-US" dirty="0"/>
              <a:t>Cost reduction, Batch processing</a:t>
            </a:r>
          </a:p>
          <a:p>
            <a:r>
              <a:rPr lang="en-US" dirty="0"/>
              <a:t>Deep Agents</a:t>
            </a:r>
          </a:p>
          <a:p>
            <a:pPr lvl="1"/>
            <a:r>
              <a:rPr lang="en-US" dirty="0"/>
              <a:t>Scratch pads, longer running analysis…</a:t>
            </a:r>
            <a:r>
              <a:rPr lang="en-US" dirty="0" err="1"/>
              <a:t>etc</a:t>
            </a:r>
            <a:endParaRPr lang="en-US" dirty="0"/>
          </a:p>
          <a:p>
            <a:r>
              <a:rPr lang="en-US" dirty="0"/>
              <a:t>Enhance Observability and Evaluation Suite</a:t>
            </a:r>
          </a:p>
          <a:p>
            <a:pPr lvl="1"/>
            <a:r>
              <a:rPr lang="en-US" dirty="0"/>
              <a:t>Comprehensive test scenarios (tool calling routing, agent routing, quality of answer)</a:t>
            </a:r>
          </a:p>
          <a:p>
            <a:endParaRPr lang="en-US" dirty="0"/>
          </a:p>
        </p:txBody>
      </p:sp>
      <p:sp>
        <p:nvSpPr>
          <p:cNvPr id="4" name="Slide Number Placeholder 3">
            <a:extLst>
              <a:ext uri="{FF2B5EF4-FFF2-40B4-BE49-F238E27FC236}">
                <a16:creationId xmlns:a16="http://schemas.microsoft.com/office/drawing/2014/main" id="{FC69E07F-6484-9854-66F2-993BD22135D6}"/>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2379300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7C73F-39BA-3A75-BE99-142A82763573}"/>
              </a:ext>
            </a:extLst>
          </p:cNvPr>
          <p:cNvSpPr>
            <a:spLocks noGrp="1"/>
          </p:cNvSpPr>
          <p:nvPr>
            <p:ph type="title"/>
          </p:nvPr>
        </p:nvSpPr>
        <p:spPr/>
        <p:txBody>
          <a:bodyPr/>
          <a:lstStyle/>
          <a:p>
            <a:r>
              <a:rPr lang="en-US"/>
              <a:t>Overall Structure (75 minutes)</a:t>
            </a:r>
          </a:p>
        </p:txBody>
      </p:sp>
      <p:sp>
        <p:nvSpPr>
          <p:cNvPr id="3" name="Content Placeholder 2">
            <a:extLst>
              <a:ext uri="{FF2B5EF4-FFF2-40B4-BE49-F238E27FC236}">
                <a16:creationId xmlns:a16="http://schemas.microsoft.com/office/drawing/2014/main" id="{17EE7893-66E9-94BF-4CC4-6FCD2A67390A}"/>
              </a:ext>
            </a:extLst>
          </p:cNvPr>
          <p:cNvSpPr>
            <a:spLocks noGrp="1"/>
          </p:cNvSpPr>
          <p:nvPr>
            <p:ph idx="1"/>
          </p:nvPr>
        </p:nvSpPr>
        <p:spPr>
          <a:xfrm>
            <a:off x="838200" y="1739361"/>
            <a:ext cx="5267865" cy="4437602"/>
          </a:xfrm>
        </p:spPr>
        <p:txBody>
          <a:bodyPr vert="horz" lIns="91440" tIns="45720" rIns="91440" bIns="45720" rtlCol="0" anchor="t">
            <a:normAutofit lnSpcReduction="10000"/>
          </a:bodyPr>
          <a:lstStyle/>
          <a:p>
            <a:r>
              <a:rPr lang="en-US"/>
              <a:t>Audience</a:t>
            </a:r>
          </a:p>
          <a:p>
            <a:pPr lvl="1"/>
            <a:r>
              <a:rPr lang="en-US"/>
              <a:t>Manager</a:t>
            </a:r>
          </a:p>
          <a:p>
            <a:pPr lvl="1"/>
            <a:r>
              <a:rPr lang="en-US"/>
              <a:t>Developers</a:t>
            </a:r>
          </a:p>
          <a:p>
            <a:r>
              <a:rPr lang="en-US"/>
              <a:t>Introduction / Context (5 min)</a:t>
            </a:r>
          </a:p>
          <a:p>
            <a:r>
              <a:rPr lang="en-US"/>
              <a:t>Deepak (20 min)</a:t>
            </a:r>
          </a:p>
          <a:p>
            <a:r>
              <a:rPr lang="en-US"/>
              <a:t>Bryan (20 min)</a:t>
            </a:r>
          </a:p>
          <a:p>
            <a:pPr lvl="1"/>
            <a:r>
              <a:rPr lang="en-US"/>
              <a:t>(8-10 slides)</a:t>
            </a:r>
          </a:p>
          <a:p>
            <a:r>
              <a:rPr lang="en-US"/>
              <a:t>Jorge (20 min)</a:t>
            </a:r>
          </a:p>
          <a:p>
            <a:r>
              <a:rPr lang="en-US"/>
              <a:t>Conclusion (10 min)</a:t>
            </a:r>
          </a:p>
          <a:p>
            <a:endParaRPr lang="en-US"/>
          </a:p>
        </p:txBody>
      </p:sp>
      <p:sp>
        <p:nvSpPr>
          <p:cNvPr id="6" name="Content Placeholder 2">
            <a:extLst>
              <a:ext uri="{FF2B5EF4-FFF2-40B4-BE49-F238E27FC236}">
                <a16:creationId xmlns:a16="http://schemas.microsoft.com/office/drawing/2014/main" id="{120A18B9-EC0B-46CA-3B54-E7028C0B69BF}"/>
              </a:ext>
            </a:extLst>
          </p:cNvPr>
          <p:cNvSpPr txBox="1">
            <a:spLocks/>
          </p:cNvSpPr>
          <p:nvPr/>
        </p:nvSpPr>
        <p:spPr>
          <a:xfrm>
            <a:off x="6353355" y="1747987"/>
            <a:ext cx="5267865" cy="443760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Target first Draft by 10/29</a:t>
            </a:r>
          </a:p>
          <a:p>
            <a:r>
              <a:rPr lang="en-US"/>
              <a:t>Internal Review (10/29)</a:t>
            </a:r>
          </a:p>
          <a:p>
            <a:r>
              <a:rPr lang="en-US"/>
              <a:t>Dry Run with Brett (11/5)</a:t>
            </a:r>
          </a:p>
          <a:p>
            <a:r>
              <a:rPr lang="en-US"/>
              <a:t>Final edits (11/5 - 11/7)</a:t>
            </a:r>
          </a:p>
          <a:p>
            <a:r>
              <a:rPr lang="en-US"/>
              <a:t>Conference date (11/12)</a:t>
            </a:r>
          </a:p>
          <a:p>
            <a:endParaRPr lang="en-US"/>
          </a:p>
          <a:p>
            <a:endParaRPr lang="en-US"/>
          </a:p>
        </p:txBody>
      </p:sp>
    </p:spTree>
    <p:extLst>
      <p:ext uri="{BB962C8B-B14F-4D97-AF65-F5344CB8AC3E}">
        <p14:creationId xmlns:p14="http://schemas.microsoft.com/office/powerpoint/2010/main" val="4250656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C6D4-06AC-8036-34BC-0894A9A63BE2}"/>
              </a:ext>
            </a:extLst>
          </p:cNvPr>
          <p:cNvSpPr>
            <a:spLocks noGrp="1"/>
          </p:cNvSpPr>
          <p:nvPr>
            <p:ph type="title"/>
          </p:nvPr>
        </p:nvSpPr>
        <p:spPr/>
        <p:txBody>
          <a:bodyPr/>
          <a:lstStyle/>
          <a:p>
            <a:r>
              <a:rPr lang="en-US"/>
              <a:t>Detailed Topics</a:t>
            </a:r>
          </a:p>
        </p:txBody>
      </p:sp>
      <p:sp>
        <p:nvSpPr>
          <p:cNvPr id="3" name="Content Placeholder 2">
            <a:extLst>
              <a:ext uri="{FF2B5EF4-FFF2-40B4-BE49-F238E27FC236}">
                <a16:creationId xmlns:a16="http://schemas.microsoft.com/office/drawing/2014/main" id="{D2A5A240-8E0E-7C5F-49AE-ED96D4FDFC7B}"/>
              </a:ext>
            </a:extLst>
          </p:cNvPr>
          <p:cNvSpPr>
            <a:spLocks noGrp="1"/>
          </p:cNvSpPr>
          <p:nvPr>
            <p:ph idx="1"/>
          </p:nvPr>
        </p:nvSpPr>
        <p:spPr/>
        <p:txBody>
          <a:bodyPr vert="horz" lIns="91440" tIns="45720" rIns="91440" bIns="45720" rtlCol="0" anchor="t">
            <a:normAutofit fontScale="92500" lnSpcReduction="10000"/>
          </a:bodyPr>
          <a:lstStyle/>
          <a:p>
            <a:pPr>
              <a:lnSpc>
                <a:spcPct val="100000"/>
              </a:lnSpc>
              <a:spcBef>
                <a:spcPts val="0"/>
              </a:spcBef>
            </a:pPr>
            <a:r>
              <a:rPr lang="en-US" sz="1000" b="1">
                <a:latin typeface="Segoe UI"/>
                <a:cs typeface="Segoe UI"/>
              </a:rPr>
              <a:t>Bryan</a:t>
            </a:r>
            <a:endParaRPr lang="en-US" sz="1000">
              <a:latin typeface="Segoe UI"/>
              <a:cs typeface="Segoe UI"/>
            </a:endParaRPr>
          </a:p>
          <a:p>
            <a:pPr>
              <a:lnSpc>
                <a:spcPct val="100000"/>
              </a:lnSpc>
              <a:spcBef>
                <a:spcPts val="0"/>
              </a:spcBef>
            </a:pPr>
            <a:r>
              <a:rPr lang="en-US" sz="1000">
                <a:latin typeface="Segoe UI"/>
                <a:cs typeface="Segoe UI"/>
              </a:rPr>
              <a:t>AI Studio / AI Services (AI SVC) showcase the evolution of RAG-based court applications. The EVA Series delivers procedure-driven chatbots for Civil, Criminal, and Juvenile case procedures, guiding staff through filing steps and requirements. The EMI chatbot and MCP Server extend this with advanced RAG patterns for HR, allowing employees to access personal data and MOU details securely. More complex initiatives now include an agentic approach to verify if court forms were submitted correctly, specialized reviewers that analyze reports using standards templates, and rules evaluators that assist with self-help and document compliance.</a:t>
            </a:r>
          </a:p>
          <a:p>
            <a:pPr>
              <a:lnSpc>
                <a:spcPct val="100000"/>
              </a:lnSpc>
              <a:spcBef>
                <a:spcPts val="0"/>
              </a:spcBef>
            </a:pPr>
            <a:endParaRPr lang="en-US" sz="1000">
              <a:latin typeface="Segoe UI"/>
              <a:cs typeface="Segoe UI"/>
            </a:endParaRPr>
          </a:p>
          <a:p>
            <a:pPr>
              <a:lnSpc>
                <a:spcPct val="100000"/>
              </a:lnSpc>
              <a:spcBef>
                <a:spcPts val="0"/>
              </a:spcBef>
            </a:pPr>
            <a:r>
              <a:rPr lang="en-US" sz="1000" b="1">
                <a:latin typeface="Segoe UI"/>
                <a:cs typeface="Segoe UI"/>
              </a:rPr>
              <a:t>Deepak</a:t>
            </a:r>
            <a:endParaRPr lang="en-US" sz="1000">
              <a:latin typeface="Segoe UI"/>
              <a:cs typeface="Segoe UI"/>
            </a:endParaRPr>
          </a:p>
          <a:p>
            <a:pPr>
              <a:lnSpc>
                <a:spcPct val="100000"/>
              </a:lnSpc>
              <a:spcBef>
                <a:spcPts val="0"/>
              </a:spcBef>
            </a:pPr>
            <a:r>
              <a:rPr lang="en-US" sz="1000">
                <a:latin typeface="Segoe UI"/>
                <a:cs typeface="Segoe UI"/>
              </a:rPr>
              <a:t>OC Court’s Document Intelligence Platform transforms judicial case management by integrating Azure AI and Retrieval-Augmented Generation (RAG) to automate document understanding, case validation, and rule compliance. Designed to address the court’s document-intensive and rule-driven workflows, the platform combines e-filed forms with OCR processing, and LLM-based validation to deliver accurate, explainable, and consistent outcomes. By reducing manual review time significantly, enabling natural language rule management, and providing AI-assisted clerk reviews, it transforms traditional case processing into a faster, transparent, and scalable system—demonstrating how responsible AI can enhance efficiency and trust in public sector operations.</a:t>
            </a:r>
          </a:p>
          <a:p>
            <a:pPr>
              <a:lnSpc>
                <a:spcPct val="100000"/>
              </a:lnSpc>
              <a:spcBef>
                <a:spcPts val="0"/>
              </a:spcBef>
            </a:pPr>
            <a:endParaRPr lang="en-US" sz="1000">
              <a:latin typeface="Segoe UI"/>
              <a:cs typeface="Segoe UI"/>
            </a:endParaRPr>
          </a:p>
          <a:p>
            <a:pPr>
              <a:lnSpc>
                <a:spcPct val="100000"/>
              </a:lnSpc>
              <a:spcBef>
                <a:spcPts val="0"/>
              </a:spcBef>
            </a:pPr>
            <a:endParaRPr lang="en-US" sz="1000">
              <a:latin typeface="Segoe UI"/>
              <a:cs typeface="Segoe UI"/>
            </a:endParaRPr>
          </a:p>
          <a:p>
            <a:pPr>
              <a:lnSpc>
                <a:spcPct val="100000"/>
              </a:lnSpc>
              <a:spcBef>
                <a:spcPts val="0"/>
              </a:spcBef>
            </a:pPr>
            <a:r>
              <a:rPr lang="en-US" sz="1000" b="1">
                <a:latin typeface="Segoe UI"/>
                <a:cs typeface="Segoe UI"/>
              </a:rPr>
              <a:t>Jorge</a:t>
            </a:r>
            <a:endParaRPr lang="en-US" sz="1000">
              <a:latin typeface="Segoe UI"/>
              <a:cs typeface="Segoe UI"/>
            </a:endParaRPr>
          </a:p>
          <a:p>
            <a:pPr>
              <a:lnSpc>
                <a:spcPct val="100000"/>
              </a:lnSpc>
              <a:spcBef>
                <a:spcPts val="0"/>
              </a:spcBef>
            </a:pPr>
            <a:endParaRPr lang="en-US" sz="1000">
              <a:latin typeface="Segoe UI"/>
              <a:cs typeface="Segoe UI"/>
            </a:endParaRPr>
          </a:p>
          <a:p>
            <a:pPr>
              <a:lnSpc>
                <a:spcPct val="100000"/>
              </a:lnSpc>
              <a:spcBef>
                <a:spcPts val="0"/>
              </a:spcBef>
            </a:pPr>
            <a:r>
              <a:rPr lang="en-US" sz="1000" b="1">
                <a:latin typeface="Segoe UI"/>
                <a:cs typeface="Segoe UI"/>
              </a:rPr>
              <a:t>AI-Powered Legacy Application Migration: Modernizing a Court Management System</a:t>
            </a:r>
            <a:endParaRPr lang="en-US" sz="1000">
              <a:latin typeface="Segoe UI"/>
              <a:cs typeface="Segoe UI"/>
            </a:endParaRPr>
          </a:p>
          <a:p>
            <a:pPr>
              <a:lnSpc>
                <a:spcPct val="100000"/>
              </a:lnSpc>
              <a:spcBef>
                <a:spcPts val="0"/>
              </a:spcBef>
            </a:pPr>
            <a:endParaRPr lang="en-US" sz="1000">
              <a:latin typeface="Segoe UI"/>
              <a:cs typeface="Segoe UI"/>
            </a:endParaRPr>
          </a:p>
          <a:p>
            <a:pPr>
              <a:lnSpc>
                <a:spcPct val="100000"/>
              </a:lnSpc>
              <a:spcBef>
                <a:spcPts val="0"/>
              </a:spcBef>
            </a:pPr>
            <a:r>
              <a:rPr lang="en-US" sz="1000">
                <a:latin typeface="Segoe UI"/>
                <a:cs typeface="Segoe UI"/>
              </a:rPr>
              <a:t>Discover how the Orange County Superior Court leveraged artificial intelligence to transform its legacy PowerBuilder system into a modern .NET Blazor platform. This session highlights our journey from early chatbot experimentation to production-ready AI-assisted development using GitHub Copilot, Cursor, and Windsurf in VS Code Agent Mode.</a:t>
            </a:r>
          </a:p>
          <a:p>
            <a:pPr>
              <a:lnSpc>
                <a:spcPct val="100000"/>
              </a:lnSpc>
              <a:spcBef>
                <a:spcPts val="0"/>
              </a:spcBef>
            </a:pPr>
            <a:endParaRPr lang="en-US" sz="1000">
              <a:latin typeface="Segoe UI"/>
              <a:cs typeface="Segoe UI"/>
            </a:endParaRPr>
          </a:p>
          <a:p>
            <a:pPr>
              <a:lnSpc>
                <a:spcPct val="100000"/>
              </a:lnSpc>
              <a:spcBef>
                <a:spcPts val="0"/>
              </a:spcBef>
            </a:pPr>
            <a:r>
              <a:rPr lang="en-US" sz="1000">
                <a:latin typeface="Segoe UI"/>
                <a:cs typeface="Segoe UI"/>
              </a:rPr>
              <a:t>Learn how we applied reusable prompts, structured context, and Model Context Protocol (MCP) servers for real-time validation—achieving 80–100% code coverage through AI-driven </a:t>
            </a:r>
            <a:r>
              <a:rPr lang="en-US" sz="1000" err="1">
                <a:latin typeface="Segoe UI"/>
                <a:cs typeface="Segoe UI"/>
              </a:rPr>
              <a:t>xUnit</a:t>
            </a:r>
            <a:r>
              <a:rPr lang="en-US" sz="1000">
                <a:latin typeface="Segoe UI"/>
                <a:cs typeface="Segoe UI"/>
              </a:rPr>
              <a:t> test generation integrated with </a:t>
            </a:r>
            <a:r>
              <a:rPr lang="en-US" sz="1000" err="1">
                <a:latin typeface="Segoe UI"/>
                <a:cs typeface="Segoe UI"/>
              </a:rPr>
              <a:t>SonarCloud</a:t>
            </a:r>
            <a:r>
              <a:rPr lang="en-US" sz="1000">
                <a:latin typeface="Segoe UI"/>
                <a:cs typeface="Segoe UI"/>
              </a:rPr>
              <a:t>. We’ll share lessons on choosing effective AI tools, preserving business logic, and accelerating modernization while maintaining code quality.</a:t>
            </a:r>
          </a:p>
          <a:p>
            <a:pPr>
              <a:lnSpc>
                <a:spcPct val="100000"/>
              </a:lnSpc>
              <a:spcBef>
                <a:spcPts val="0"/>
              </a:spcBef>
            </a:pPr>
            <a:endParaRPr lang="en-US" sz="1000">
              <a:latin typeface="Segoe UI"/>
              <a:cs typeface="Segoe UI"/>
            </a:endParaRPr>
          </a:p>
          <a:p>
            <a:pPr>
              <a:lnSpc>
                <a:spcPct val="100000"/>
              </a:lnSpc>
              <a:spcBef>
                <a:spcPts val="0"/>
              </a:spcBef>
            </a:pPr>
            <a:r>
              <a:rPr lang="en-US" sz="1000">
                <a:latin typeface="Segoe UI"/>
                <a:cs typeface="Segoe UI"/>
              </a:rPr>
              <a:t>Ideal for courts and public agencies, this session offers practical strategies and insights for applying AI to legacy modernization projects</a:t>
            </a:r>
          </a:p>
        </p:txBody>
      </p:sp>
    </p:spTree>
    <p:extLst>
      <p:ext uri="{BB962C8B-B14F-4D97-AF65-F5344CB8AC3E}">
        <p14:creationId xmlns:p14="http://schemas.microsoft.com/office/powerpoint/2010/main" val="24294512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E968223B1E852408A2674B5A9CCFDA8" ma:contentTypeVersion="16" ma:contentTypeDescription="Create a new document." ma:contentTypeScope="" ma:versionID="9cbe5ddc8765c2d92fc0659a261d034a">
  <xsd:schema xmlns:xsd="http://www.w3.org/2001/XMLSchema" xmlns:xs="http://www.w3.org/2001/XMLSchema" xmlns:p="http://schemas.microsoft.com/office/2006/metadata/properties" xmlns:ns2="304d8201-2741-4e42-83e3-2e2fc4a0a2c1" xmlns:ns3="980de659-fec3-42d3-92b5-72452f192458" targetNamespace="http://schemas.microsoft.com/office/2006/metadata/properties" ma:root="true" ma:fieldsID="2f44898c5b404f8d69abf3522d1ccdc1" ns2:_="" ns3:_="">
    <xsd:import namespace="304d8201-2741-4e42-83e3-2e2fc4a0a2c1"/>
    <xsd:import namespace="980de659-fec3-42d3-92b5-72452f1924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SearchProperties"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4d8201-2741-4e42-83e3-2e2fc4a0a2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04ec475d-60a2-43c9-b028-7bc66b519fbe"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80de659-fec3-42d3-92b5-72452f192458"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23e561d-c52e-4d8a-a107-16c167bd6e68}" ma:internalName="TaxCatchAll" ma:showField="CatchAllData" ma:web="980de659-fec3-42d3-92b5-72452f1924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4d8201-2741-4e42-83e3-2e2fc4a0a2c1">
      <Terms xmlns="http://schemas.microsoft.com/office/infopath/2007/PartnerControls"/>
    </lcf76f155ced4ddcb4097134ff3c332f>
    <TaxCatchAll xmlns="980de659-fec3-42d3-92b5-72452f192458" xsi:nil="true"/>
  </documentManagement>
</p:properties>
</file>

<file path=customXml/itemProps1.xml><?xml version="1.0" encoding="utf-8"?>
<ds:datastoreItem xmlns:ds="http://schemas.openxmlformats.org/officeDocument/2006/customXml" ds:itemID="{8B23BB71-C336-4FE7-A741-8AC64C3D67E3}">
  <ds:schemaRefs>
    <ds:schemaRef ds:uri="http://schemas.microsoft.com/sharepoint/v3/contenttype/forms"/>
  </ds:schemaRefs>
</ds:datastoreItem>
</file>

<file path=customXml/itemProps2.xml><?xml version="1.0" encoding="utf-8"?>
<ds:datastoreItem xmlns:ds="http://schemas.openxmlformats.org/officeDocument/2006/customXml" ds:itemID="{3AB17952-132B-45AA-B9B8-45140FE943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4d8201-2741-4e42-83e3-2e2fc4a0a2c1"/>
    <ds:schemaRef ds:uri="980de659-fec3-42d3-92b5-72452f1924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1DF001A-5101-4FB7-800B-BED925AD3816}">
  <ds:schemaRefs>
    <ds:schemaRef ds:uri="304d8201-2741-4e42-83e3-2e2fc4a0a2c1"/>
    <ds:schemaRef ds:uri="980de659-fec3-42d3-92b5-72452f19245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Circuit</Template>
  <TotalTime>42</TotalTime>
  <Words>1175</Words>
  <Application>Microsoft Office PowerPoint</Application>
  <PresentationFormat>Widescreen</PresentationFormat>
  <Paragraphs>210</Paragraphs>
  <Slides>18</Slides>
  <Notes>6</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Segoe UI</vt:lpstr>
      <vt:lpstr>Tw Cen MT</vt:lpstr>
      <vt:lpstr>Wingdings</vt:lpstr>
      <vt:lpstr>Circuit</vt:lpstr>
      <vt:lpstr>AI Journey at OC courts</vt:lpstr>
      <vt:lpstr>Definitions / terminology</vt:lpstr>
      <vt:lpstr>Overview of AI Services (Innovations Group)</vt:lpstr>
      <vt:lpstr>AI Studio / AI services and it’s Approaches</vt:lpstr>
      <vt:lpstr>AI Studio / AI services and it’s Approaches</vt:lpstr>
      <vt:lpstr>EVA and it’s Approaches</vt:lpstr>
      <vt:lpstr>EVA and it’s Approaches</vt:lpstr>
      <vt:lpstr>EMI and it’s Approaches</vt:lpstr>
      <vt:lpstr>EMI and it’s Approaches</vt:lpstr>
      <vt:lpstr>Docket Code Search</vt:lpstr>
      <vt:lpstr>Docket Code Search</vt:lpstr>
      <vt:lpstr>Specialized GPT and it’s Approaches</vt:lpstr>
      <vt:lpstr>Specialized GPT and it’s Approaches</vt:lpstr>
      <vt:lpstr>Rule Evaluation Engine</vt:lpstr>
      <vt:lpstr>Rule Evaluation Engine</vt:lpstr>
      <vt:lpstr>What’s Next on the Journey</vt:lpstr>
      <vt:lpstr>Overall Structure (75 minutes)</vt:lpstr>
      <vt:lpstr>Detailed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Bryan Hernandez</cp:lastModifiedBy>
  <cp:revision>64</cp:revision>
  <dcterms:created xsi:type="dcterms:W3CDTF">2025-10-21T21:08:27Z</dcterms:created>
  <dcterms:modified xsi:type="dcterms:W3CDTF">2025-11-03T01:44:51Z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0x0101004E968223B1E852408A2674B5A9CCFDA8</vt:lpwstr>
  </property>
  <property fmtid="{D5CDD505-2E9C-101B-9397-08002B2CF9AE}" pid="3" name="MediaServiceImageTags">
    <vt:lpwstr/>
  </property>
</Properties>
</file>